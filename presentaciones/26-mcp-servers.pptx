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26: MCP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26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MCP?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 Context Protocol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Protocolo para herramientas externas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local y remoto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Tools disponibles junto a tools nativas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MCP Local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"mcp":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"my-local-mcp":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"type": "local",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"command": ["npx", "-y", "my-mcp-command"],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"enabled":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"environment":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"MY_ENV_VAR": "value"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MCP Remoto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"mcp":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"my-remote-mcp":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"type": "remote",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"url": "https://my-mcp-server.com",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"enabled":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"headers":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"Authorization": "Bearer TOKEN"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OAuth para MCP Remoto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Detección automática de 401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Dynamic Client Registration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Tokens en ~/.local/share/opencode/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Comandos: mcp auth, list, logout, debug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Ejemplos Populares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Sentry: Errores y issues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Context7: Búsqueda de docs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Grep by Vercel: Código en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MCP: protocolo para tools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Local con command, remoto con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OAuth automático para remoto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Gestión por agente disponible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