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29: Integración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29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Instalar GitHub app y workflow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github install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O manualmente:\# 1. Instalar app: github.com/apps/opencode-agent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2. Crear workflow: .github/workflows/opencode.yml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Workflow Básico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name: opencode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on: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issue_comment: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types: [created]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pull_request_review_comment: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types: [created]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jobs: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opencode: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if: |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contains(github.event.comment.body, '/oc') ||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contains(github.event.comment.body, '/opencode')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steps: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- uses: actions/checkout@v6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- uses: anomalyco/opencode/github@latest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env: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  ANTHROPIC_API_KEY: ${{ secrets.ANTHROPIC_API_KEY }}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with: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  model: anthropic/claude-sonnet-4-5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Eventos Soportados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issue_comment: Comentarios en issues/PRs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pull_request_review_comment: Líneas específicas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issues: Issues abiertos/editados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pull_request: PRs abiertos/actualizados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schedule: Tareas cron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workflow_dispatch: Trigger manual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Uso en GitHub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/opencode explain this issue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/opencode fix this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/oc delete attachment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Comentarios en líneas de código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GitHub Actions para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Múltiples eventos soportados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/opencode para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Runs en GitHub runners (seguro)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