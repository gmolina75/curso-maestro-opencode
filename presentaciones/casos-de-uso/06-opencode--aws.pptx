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3257B8"/>
                </a:solidFill>
                <a:latin typeface="Roboto Slab"/>
              </a:defRPr>
            </a:pPr>
            <a:r>
              <a:t>OpenCode + AWS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Lambda functions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Terraform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CI/CD en AWS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3257B8"/>
                </a:solidFill>
                <a:latin typeface="Roboto Slab"/>
              </a:defRPr>
            </a:pPr>
            <a:r>
              <a:t>Que es AWS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Amazon Web Services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Cloud computing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Servicios escalables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3257B8"/>
                </a:solidFill>
                <a:latin typeface="Roboto Slab"/>
              </a:defRPr>
            </a:pPr>
            <a:r>
              <a:t>Casos de Uso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Crear Lambda functions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Terraform para infraestructura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CI/CD para AWS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Seguridad IAM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3257B8"/>
                </a:solidFill>
                <a:latin typeface="Roboto Slab"/>
              </a:defRPr>
            </a:pPr>
            <a:r>
              <a:t>Ejemplo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@opencode Create Lambda function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API Gateway trigger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DynamoDB integration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IAM minimal permissions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Error handling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3257B8"/>
                </a:solidFill>
                <a:latin typeface="Roboto Slab"/>
              </a:defRPr>
            </a:pPr>
            <a:r>
              <a:t>Beneficios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Configuracion mas rapida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Mejores practicas de seguridad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Costos optimizados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Infraestructura como codigo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