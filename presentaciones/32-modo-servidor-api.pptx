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1333500" y="2286000"/>
            <a:ext cx="9525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Clase 32: Modo Servidor y API</a:t>
            </a:r>
          </a:p>
        </p:txBody>
      </p:sp>
      <p:sp>
        <p:nvSpPr>
          <p:cNvPr id="3" name="dsl:subtitle|s=$subtitle"/>
          <p:cNvSpPr txBox="1"/>
          <p:nvPr/>
        </p:nvSpPr>
        <p:spPr>
          <a:xfrm>
            <a:off x="1333500" y="3238500"/>
            <a:ext cx="9525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noProof="1">
                <a:solidFill>
                  <a:srgbClr val="1F2937"/>
                </a:solidFill>
                <a:latin typeface="MiSans"/>
                <a:ea typeface="MiSans"/>
              </a:rPr>
              <a:t>Módulo 32 | Duración: 1 hora</a:t>
            </a:r>
          </a:p>
        </p:txBody>
      </p:sp>
      <p:sp>
        <p:nvSpPr>
          <p:cNvPr id="4" name="dsl:deco-line"/>
          <p:cNvSpPr/>
          <p:nvPr/>
        </p:nvSpPr>
        <p:spPr>
          <a:xfrm>
            <a:off x="5143500" y="3810000"/>
            <a:ext cx="1905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¿Qué es el Modo Servidor?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Modo headless para automatización y CI/CD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Expone una API HTTP para integración con otros servicios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Ideal para pipelines, scripts y herramientas externas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Ejecuta tareas sin interfaz interactiva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Compatible con todos los proveedores y modelos configurados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Iniciar el Servidor</a:t>
            </a:r>
          </a:p>
        </p:txBody>
      </p:sp>
      <p:sp>
        <p:nvSpPr>
          <p:cNvPr id="3" name="dsl:code|s=$code"/>
          <p:cNvSpPr txBox="1"/>
          <p:nvPr/>
        </p:nvSpPr>
        <p:spPr>
          <a:xfrm>
            <a:off x="762000" y="1333500"/>
            <a:ext cx="104775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# Iniciar servidor en puerto por defecto (4096)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opencode server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# Especificar puerto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opencode server --port 8080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# Modo background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opencode server --detach</a:t>
            </a:r>
          </a:p>
        </p:txBody>
      </p:sp>
      <p:sp>
        <p:nvSpPr>
          <p:cNvPr id="4" name="dsl:bullets|s=$bullet"/>
          <p:cNvSpPr txBox="1"/>
          <p:nvPr/>
        </p:nvSpPr>
        <p:spPr>
          <a:xfrm>
            <a:off x="762000" y="3429000"/>
            <a:ext cx="104775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Configurar puerto en 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opencode.json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bajo 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server.port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El servidor usa la misma configuración que la TUI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Soporta autenticación con API keys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API Endpoints Principales</a:t>
            </a:r>
          </a:p>
        </p:txBody>
      </p:sp>
      <p:graphicFrame>
        <p:nvGraphicFramePr>
          <p:cNvPr id="3" name="dsl:table"/>
          <p:cNvGraphicFramePr>
            <a:graphicFrameLocks noGrp="1"/>
          </p:cNvGraphicFramePr>
          <p:nvPr/>
        </p:nvGraphicFramePr>
        <p:xfrm>
          <a:off x="762000" y="1333500"/>
          <a:ext cx="10668000" cy="3429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667000"/>
                <a:gridCol w="1600200"/>
                <a:gridCol w="6400800"/>
              </a:tblGrid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Endpoint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Método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Descripción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72009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/v1/chat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POST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Enviar mensaje y recibir respuesta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</a:tr>
              <a:tr h="72009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/v1/sessions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GET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Listar sesiones activas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/v1/sessions/:id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GET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Obtener detalle de una sesión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</a:tr>
              <a:tr h="72009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/v1/tools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GET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727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Listar herramientas disponibles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Uso Headless y CI/CD</a:t>
            </a:r>
          </a:p>
        </p:txBody>
      </p:sp>
      <p:sp>
        <p:nvSpPr>
          <p:cNvPr id="3" name="dsl:code|s=$code"/>
          <p:cNvSpPr txBox="1"/>
          <p:nvPr/>
        </p:nvSpPr>
        <p:spPr>
          <a:xfrm>
            <a:off x="762000" y="1333500"/>
            <a:ext cx="104775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# Ejecutar tarea desde script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opencode --headless --prompt "Refactor auth module"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# En GitHub Actions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opencode --headless --config ci-config.json</a:t>
            </a:r>
          </a:p>
        </p:txBody>
      </p:sp>
      <p:sp>
        <p:nvSpPr>
          <p:cNvPr id="4" name="dsl:bullets|s=$bullet"/>
          <p:cNvSpPr txBox="1"/>
          <p:nvPr/>
        </p:nvSpPr>
        <p:spPr>
          <a:xfrm>
            <a:off x="762000" y="3619500"/>
            <a:ext cx="10477500" cy="2286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Perfecto para automatización de pipelines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Integración con cron jobs y schedulers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Output en JSON para consumo programático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Requiere configuración completa en archivo o variables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Resumen</a:t>
            </a:r>
          </a:p>
        </p:txBody>
      </p:sp>
      <p:sp>
        <p:nvSpPr>
          <p:cNvPr id="3" name="dsl:checks|s=$check"/>
          <p:cNvSpPr txBox="1"/>
          <p:nvPr/>
        </p:nvSpPr>
        <p:spPr>
          <a:xfrm>
            <a:off x="762000" y="1524000"/>
            <a:ext cx="10477500" cy="400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Modo servidor para integración HTTP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API RESTful con endpoints chat, sessions, tools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Headless para CI/CD y automatización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Misma config que TUI, sin interacción manual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2563EB"/>
    <Color name="secondary" value="#1E293B"/>
    <Color name="accent" value="#10B981"/>
    <Color name="background" value="#FFFFFF"/>
    <Color name="text" value="#1F2937"/>
    <Color name="lightGray" value="#F3F4F6"/>
    <Color name="border" value="#E5E7EB"/>
  </Colors>
  <TextStyles>
    <TextStyle name="title" font_size="36.0" color="$secondary" font_family="MiSans"/>
    <TextStyle name="subtitle" font_size="20.0" color="$text" font_family="MiSans"/>
    <TextStyle name="body" font_size="18.0" color="$text" font_family="MiSans" line_height="1.6"/>
    <TextStyle name="code" font_size="16.0" color="#374151" font_family="MiSans" line_height="1.4"/>
    <TextStyle name="bullet" font_size="18.0" color="$text" font_family="MiSans" line_height="1.6"/>
    <TextStyle name="check" font_size="18.0" color="$accent" font_family="MiSans" line_height="1.6"/>
  </TextStyles>
</DslMetadata>
</file>

<file path=customXml/itemProps1.xml><?xml version="1.0" encoding="utf-8"?>
<ns0:datastoreItem xmlns:ns0="http://schemas.openxmlformats.org/officeDocument/2006/customXml" ns0:itemID="{2CA272CA-11EA-42EB-BD5F-81D13E4DCDA3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