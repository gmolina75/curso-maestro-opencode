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Clase 21: Flujo de Trabajo Plan →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FCECD"/>
                </a:solidFill>
              </a:defRPr>
            </a:pPr>
            <a:r>
              <a:t>Módulo 21 | Duración: 1.5 horas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El Flujo Completo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1. Activar Plan mode (Tab)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2. Describir feature con detalle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3. Recibir y revisar plan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4. Iterar con feedback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5. Cambiar a Build mode (Tab)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6. Ejecutar: 'Go ahead and make the changes'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Tips para Planificación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Hablar como a un junior developer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Incluir ejemplos y contexto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Referenciar archivos existentes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Ser específico en requisitos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Iteración sobre el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Pedir más detalles si es necesario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Agregar restricciones o preferencias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Comparar alternativas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Asegurar que el plan sea completo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Edición Directa (sin Plan)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Para cambios simples y directos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Referenciar archivos con @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Proporcionar contexto mínimo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Más rápido para tareas triviales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Demo: Demo: Feature Completa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FCECD"/>
                </a:solidFill>
              </a:defRPr>
            </a:pPr>
            <a:r>
              <a:t>1. Activar Plan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FCECD"/>
                </a:solidFill>
              </a:defRPr>
            </a:pPr>
            <a:r>
              <a:t>2. Describir feature de autenticación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FCECD"/>
                </a:solidFill>
              </a:defRPr>
            </a:pPr>
            <a:r>
              <a:t>3. Recibir plan con pasos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FCECD"/>
                </a:solidFill>
              </a:defRPr>
            </a:pPr>
            <a:r>
              <a:t>4. Solicitar ajustes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FCECD"/>
                </a:solidFill>
              </a:defRPr>
            </a:pPr>
            <a:r>
              <a:t>5. Cambiar a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FCECD"/>
                </a:solidFill>
              </a:defRPr>
            </a:pPr>
            <a:r>
              <a:t>6. Implementar cambios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607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FCECD"/>
                </a:solidFill>
              </a:defRPr>
            </a:pPr>
            <a:r>
              <a:t>7. Verificar resultado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Resumen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Plan → Build para features complejas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Edición directa para cambios simples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Iterar siempre sobre el 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