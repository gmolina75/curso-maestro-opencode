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12: Navegación en la TUI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12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Lanzar OpenCode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Navegar al proyecto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cd /path/to/project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Lanzar OpenCode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opencode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Elementos de la TUI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Leader key: Ctrl+X (por defecto)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Indicador de modo: Build/Plan en esquina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Área de chat:输入 y respuestas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Barra de estado: modelo, tokens, sesión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Modos de Trabajo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Build mode (default): Acceso completo a tools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Plan mode: Solo lectura, análisis de código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Cambio con Tab o keybind configurado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Plan → Build para implementar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Referencias de Archivos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Buscar archivo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@nombre-archivo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Referencia específica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@src/components/Button.tsx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Líneas específicas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@src/index.ts#L10-20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Drag and drop de imágenes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TUI es la interfaz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Build para implementar, Plan para analizar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@ para referenciar archivos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Soporte de imágenes con drag and drop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