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10: Variables de Entorno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10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Variables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OPENCODE_CONFIG: Ruta custom de config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OPENCODE_CONFIG_DIR: Directorio custom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OPENCODE_TUI_CONFIG: Ruta de TUI config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OPENCODE_DISABLE_AUTOUPDATE: Desactivar updates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OPENCODE_EXPERIMENTAL: Habilitar experimentales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Sustitución de Variables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Environment variables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"model": "{env:OPENCODE_MODEL}",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"provider":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"anthropic":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"options":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"apiKey": "{env:ANTHROPIC_API_KEY}"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File contents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"instructions": ["./custom-instructions.md"],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"provider":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"openai":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"options":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"apiKey": "{file:~/.secrets/openai-key}"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Casos de Uso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API keys en archivos separados (no en config)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Instrucciones grandes en archivos .md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Configuración por ambiente (dev/staging/prod)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Secrets compartidos en equipos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Variables de entorno para configuración flexible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Sustitución {env:} y {file:} para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Mantener credenciales fuera del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