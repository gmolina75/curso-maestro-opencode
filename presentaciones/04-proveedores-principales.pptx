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Clase 4: Proveedores Principales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FCECD"/>
                </a:solidFill>
              </a:defRPr>
            </a:pPr>
            <a:r>
              <a:t>Módulo 4 | Duración: 1.5 horas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1E1E"/>
                </a:solidFill>
              </a:defRPr>
            </a:pPr>
            <a:r>
              <a:t>Anthropic (Claude)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0972800" cy="45720"/>
          </a:xfrm>
          <a:prstGeom prst="rect">
            <a:avLst/>
          </a:prstGeom>
          <a:solidFill>
            <a:srgbClr val="656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Soporte para Claude Pro/Max (OAuth)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Modelos: Claude Opus, Sonnet, Haiku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Configuración con /connect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Acceso directo a suscripción existente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1E1E"/>
                </a:solidFill>
              </a:defRPr>
            </a:pPr>
            <a:r>
              <a:t>Configurar Anthropic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11247120" cy="5029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/connect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# Seleccionar Anthropic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# Seleccionar 'Claude Pro/Max'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# Autenticar en navegador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# ¡Listo! Modelos disponibles en /models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1E1E"/>
                </a:solidFill>
              </a:defRPr>
            </a:pPr>
            <a:r>
              <a:t>OpenAI (GPT)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0972800" cy="45720"/>
          </a:xfrm>
          <a:prstGeom prst="rect">
            <a:avLst/>
          </a:prstGeom>
          <a:solidFill>
            <a:srgbClr val="656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Soporte para ChatGPT Plus/Pro (OAuth)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Modelos: GPT-4o, GPT-5, o1, o3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Misma configuración que Anthropic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Usa suscripción existente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1E1E"/>
                </a:solidFill>
              </a:defRPr>
            </a:pPr>
            <a:r>
              <a:t>GitHub Copilot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0972800" cy="45720"/>
          </a:xfrm>
          <a:prstGeom prst="rect">
            <a:avLst/>
          </a:prstGeom>
          <a:solidFill>
            <a:srgbClr val="656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Autenticación OAuth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Navegar a github.com/login/device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Ingresar código de verificación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Acceso a modelos de GitHub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1E1E"/>
                </a:solidFill>
              </a:defRPr>
            </a:pPr>
            <a:r>
              <a:t>GitLab Duo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0972800" cy="45720"/>
          </a:xfrm>
          <a:prstGeom prst="rect">
            <a:avLst/>
          </a:prstGeom>
          <a:solidFill>
            <a:srgbClr val="656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Requiere suscripción Premium o Ultimate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OAuth o Personal Access Token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Modelos: haiku-4-5, sonnet-4-5, opus-4-5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Soporte para self-hosted GitLab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1E1E"/>
                </a:solidFill>
              </a:defRPr>
            </a:pPr>
            <a:r>
              <a:t>Google Vertex AI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0972800" cy="45720"/>
          </a:xfrm>
          <a:prstGeom prst="rect">
            <a:avLst/>
          </a:prstGeom>
          <a:solidFill>
            <a:srgbClr val="656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Requiere Google Cloud project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Modelos Gemini disponibles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Configuración con variables de entorno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Autenticación con service account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Resumen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EC9B0"/>
                </a:solidFill>
              </a:defRPr>
            </a:pPr>
            <a:r>
              <a:t>✓ Anthropic y OpenAI usan OAuth (fácil)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EC9B0"/>
                </a:solidFill>
              </a:defRPr>
            </a:pPr>
            <a:r>
              <a:t>✓ GitHub Copilot y GitLab Duo también soportados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EC9B0"/>
                </a:solidFill>
              </a:defRPr>
            </a:pPr>
            <a:r>
              <a:t>✓ Google Vertex AI para modelos Gemini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EC9B0"/>
                </a:solidFill>
              </a:defRPr>
            </a:pPr>
            <a:r>
              <a:t>✓ Todos se configuran con /connect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