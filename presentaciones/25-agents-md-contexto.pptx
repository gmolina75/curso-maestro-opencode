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11E1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828800"/>
            <a:ext cx="100584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400" b="1">
                <a:solidFill>
                  <a:srgbClr val="FFFFFF"/>
                </a:solidFill>
              </a:defRPr>
            </a:pPr>
            <a:r>
              <a:t>Clase 25: AGENTS.md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4114800"/>
            <a:ext cx="100584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>
                <a:solidFill>
                  <a:srgbClr val="CFCECD"/>
                </a:solidFill>
              </a:defRPr>
            </a:pPr>
            <a:r>
              <a:t>Módulo 25 | Duración: 1 hora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211E1E"/>
                </a:solidFill>
              </a:defRPr>
            </a:pPr>
            <a:r>
              <a:t>¿Qué es AGENTS.md?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188720"/>
            <a:ext cx="10972800" cy="45720"/>
          </a:xfrm>
          <a:prstGeom prst="rect">
            <a:avLst/>
          </a:prstGeom>
          <a:solidFill>
            <a:srgbClr val="6563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463040"/>
            <a:ext cx="10515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>
                <a:solidFill>
                  <a:srgbClr val="211E1E"/>
                </a:solidFill>
              </a:defRPr>
            </a:pPr>
            <a:r>
              <a:t>• Archivo de contexto del proyecto</a:t>
            </a:r>
          </a:p>
          <a:p>
            <a:pPr>
              <a:spcAft>
                <a:spcPts val="1200"/>
              </a:spcAft>
              <a:defRPr sz="2000">
                <a:solidFill>
                  <a:srgbClr val="211E1E"/>
                </a:solidFill>
              </a:defRPr>
            </a:pPr>
            <a:r>
              <a:t>• Creado con /init</a:t>
            </a:r>
          </a:p>
          <a:p>
            <a:pPr>
              <a:spcAft>
                <a:spcPts val="1200"/>
              </a:spcAft>
              <a:defRPr sz="2000">
                <a:solidFill>
                  <a:srgbClr val="211E1E"/>
                </a:solidFill>
              </a:defRPr>
            </a:pPr>
            <a:r>
              <a:t>• Analiza estructura y patrones</a:t>
            </a:r>
          </a:p>
          <a:p>
            <a:pPr>
              <a:spcAft>
                <a:spcPts val="1200"/>
              </a:spcAft>
              <a:defRPr sz="2000">
                <a:solidFill>
                  <a:srgbClr val="211E1E"/>
                </a:solidFill>
              </a:defRPr>
            </a:pPr>
            <a:r>
              <a:t>• Persiste entre sesiones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211E1E"/>
                </a:solidFill>
              </a:defRPr>
            </a:pPr>
            <a:r>
              <a:t>Crear con /init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57200" y="1371600"/>
            <a:ext cx="11247120" cy="5029200"/>
          </a:xfrm>
          <a:prstGeom prst="roundRect">
            <a:avLst/>
          </a:prstGeom>
          <a:solidFill>
            <a:srgbClr val="2D2D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554480"/>
            <a:ext cx="10698480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>
                <a:solidFill>
                  <a:srgbClr val="4EC9B0"/>
                </a:solidFill>
                <a:latin typeface="Consolas"/>
              </a:defRPr>
            </a:pPr>
            <a:r>
              <a:t># En OpenCode TUI</a:t>
            </a:r>
          </a:p>
          <a:p>
            <a:pPr>
              <a:defRPr sz="1600">
                <a:solidFill>
                  <a:srgbClr val="4EC9B0"/>
                </a:solidFill>
                <a:latin typeface="Consolas"/>
              </a:defRPr>
            </a:pPr>
            <a:r>
              <a:t>/init</a:t>
            </a:r>
          </a:p>
          <a:p>
            <a:pPr>
              <a:defRPr sz="1600">
                <a:solidFill>
                  <a:srgbClr val="4EC9B0"/>
                </a:solidFill>
                <a:latin typeface="Consolas"/>
              </a:defRPr>
            </a:pPr>
          </a:p>
          <a:p>
            <a:pPr>
              <a:defRPr sz="1600">
                <a:solidFill>
                  <a:srgbClr val="4EC9B0"/>
                </a:solidFill>
                <a:latin typeface="Consolas"/>
              </a:defRPr>
            </a:pPr>
            <a:r>
              <a:t># Esto:</a:t>
            </a:r>
          </a:p>
          <a:p>
            <a:pPr>
              <a:defRPr sz="1600">
                <a:solidFill>
                  <a:srgbClr val="4EC9B0"/>
                </a:solidFill>
                <a:latin typeface="Consolas"/>
              </a:defRPr>
            </a:pPr>
            <a:r>
              <a:t># 1. Analiza la estructura del proyecto</a:t>
            </a:r>
          </a:p>
          <a:p>
            <a:pPr>
              <a:defRPr sz="1600">
                <a:solidFill>
                  <a:srgbClr val="4EC9B0"/>
                </a:solidFill>
                <a:latin typeface="Consolas"/>
              </a:defRPr>
            </a:pPr>
            <a:r>
              <a:t># 2. Identifica patrones y convenciones</a:t>
            </a:r>
          </a:p>
          <a:p>
            <a:pPr>
              <a:defRPr sz="1600">
                <a:solidFill>
                  <a:srgbClr val="4EC9B0"/>
                </a:solidFill>
                <a:latin typeface="Consolas"/>
              </a:defRPr>
            </a:pPr>
            <a:r>
              <a:t># 3. Crea AGENTS.md en la raíz</a:t>
            </a:r>
          </a:p>
          <a:p>
            <a:pPr>
              <a:defRPr sz="1600">
                <a:solidFill>
                  <a:srgbClr val="4EC9B0"/>
                </a:solidFill>
                <a:latin typeface="Consolas"/>
              </a:defRPr>
            </a:pPr>
            <a:r>
              <a:t># 4. Se recomienda commitear a Git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211E1E"/>
                </a:solidFill>
              </a:defRPr>
            </a:pPr>
            <a:r>
              <a:t>Contenido Típico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188720"/>
            <a:ext cx="10972800" cy="45720"/>
          </a:xfrm>
          <a:prstGeom prst="rect">
            <a:avLst/>
          </a:prstGeom>
          <a:solidFill>
            <a:srgbClr val="6563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463040"/>
            <a:ext cx="10515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>
                <a:solidFill>
                  <a:srgbClr val="211E1E"/>
                </a:solidFill>
              </a:defRPr>
            </a:pPr>
            <a:r>
              <a:t>• Estructura del proyecto</a:t>
            </a:r>
          </a:p>
          <a:p>
            <a:pPr>
              <a:spcAft>
                <a:spcPts val="1200"/>
              </a:spcAft>
              <a:defRPr sz="2000">
                <a:solidFill>
                  <a:srgbClr val="211E1E"/>
                </a:solidFill>
              </a:defRPr>
            </a:pPr>
            <a:r>
              <a:t>• Convenciones de naming</a:t>
            </a:r>
          </a:p>
          <a:p>
            <a:pPr>
              <a:spcAft>
                <a:spcPts val="1200"/>
              </a:spcAft>
              <a:defRPr sz="2000">
                <a:solidFill>
                  <a:srgbClr val="211E1E"/>
                </a:solidFill>
              </a:defRPr>
            </a:pPr>
            <a:r>
              <a:t>• Patrones de arquitectura</a:t>
            </a:r>
          </a:p>
          <a:p>
            <a:pPr>
              <a:spcAft>
                <a:spcPts val="1200"/>
              </a:spcAft>
              <a:defRPr sz="2000">
                <a:solidFill>
                  <a:srgbClr val="211E1E"/>
                </a:solidFill>
              </a:defRPr>
            </a:pPr>
            <a:r>
              <a:t>• Comandos disponibles</a:t>
            </a:r>
          </a:p>
          <a:p>
            <a:pPr>
              <a:spcAft>
                <a:spcPts val="1200"/>
              </a:spcAft>
              <a:defRPr sz="2000">
                <a:solidFill>
                  <a:srgbClr val="211E1E"/>
                </a:solidFill>
              </a:defRPr>
            </a:pPr>
            <a:r>
              <a:t>• Guías de coding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211E1E"/>
                </a:solidFill>
              </a:defRPr>
            </a:pPr>
            <a:r>
              <a:t>Instrucciones Adicionales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188720"/>
            <a:ext cx="10972800" cy="45720"/>
          </a:xfrm>
          <a:prstGeom prst="rect">
            <a:avLst/>
          </a:prstGeom>
          <a:solidFill>
            <a:srgbClr val="6563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463040"/>
            <a:ext cx="10515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>
                <a:solidFill>
                  <a:srgbClr val="211E1E"/>
                </a:solidFill>
              </a:defRPr>
            </a:pPr>
            <a:r>
              <a:t>• Campo instructions en config</a:t>
            </a:r>
          </a:p>
          <a:p>
            <a:pPr>
              <a:spcAft>
                <a:spcPts val="1200"/>
              </a:spcAft>
              <a:defRPr sz="2000">
                <a:solidFill>
                  <a:srgbClr val="211E1E"/>
                </a:solidFill>
              </a:defRPr>
            </a:pPr>
            <a:r>
              <a:t>• Array de paths y globs</a:t>
            </a:r>
          </a:p>
          <a:p>
            <a:pPr>
              <a:spcAft>
                <a:spcPts val="1200"/>
              </a:spcAft>
              <a:defRPr sz="2000">
                <a:solidFill>
                  <a:srgbClr val="211E1E"/>
                </a:solidFill>
              </a:defRPr>
            </a:pPr>
            <a:r>
              <a:t>• Se carga junto con AGENTS.md</a:t>
            </a:r>
          </a:p>
          <a:p>
            <a:pPr>
              <a:spcAft>
                <a:spcPts val="1200"/>
              </a:spcAft>
              <a:defRPr sz="2000">
                <a:solidFill>
                  <a:srgbClr val="211E1E"/>
                </a:solidFill>
              </a:defRPr>
            </a:pPr>
            <a:r>
              <a:t>• Ejemplo: CONTRIBUTING.md, guidelines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11E1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600" b="1">
                <a:solidFill>
                  <a:srgbClr val="FFFFFF"/>
                </a:solidFill>
              </a:defRPr>
            </a:pPr>
            <a:r>
              <a:t>Resumen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371600"/>
            <a:ext cx="100584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>
                <a:solidFill>
                  <a:srgbClr val="4EC9B0"/>
                </a:solidFill>
              </a:defRPr>
            </a:pPr>
            <a:r>
              <a:t>✓ AGENTS.md: contexto persistente del proyecto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194560"/>
            <a:ext cx="100584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>
                <a:solidFill>
                  <a:srgbClr val="4EC9B0"/>
                </a:solidFill>
              </a:defRPr>
            </a:pPr>
            <a:r>
              <a:t>✓ /init para crear automáticamente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3017520"/>
            <a:ext cx="100584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>
                <a:solidFill>
                  <a:srgbClr val="4EC9B0"/>
                </a:solidFill>
              </a:defRPr>
            </a:pPr>
            <a:r>
              <a:t>✓ Commitear a Git para compartir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3840480"/>
            <a:ext cx="100584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>
                <a:solidFill>
                  <a:srgbClr val="4EC9B0"/>
                </a:solidFill>
              </a:defRPr>
            </a:pPr>
            <a:r>
              <a:t>✓ Complementar con instructions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