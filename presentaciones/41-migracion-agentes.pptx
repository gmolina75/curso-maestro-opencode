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notesMasterIdLst>
    <p:notesMasterId r:id="rId8"/>
  </p:notesMaster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customXml" Target="../customXml/item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&lt;!--pageType:cover--&gt;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&lt;!--pageType:final--&gt;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1333500" y="2286000"/>
            <a:ext cx="952500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Clase 41: Migración desde Otros Agentes</a:t>
            </a:r>
          </a:p>
        </p:txBody>
      </p:sp>
      <p:sp>
        <p:nvSpPr>
          <p:cNvPr id="3" name="dsl:subtitle|s=$subtitle"/>
          <p:cNvSpPr txBox="1"/>
          <p:nvPr/>
        </p:nvSpPr>
        <p:spPr>
          <a:xfrm>
            <a:off x="1333500" y="3238500"/>
            <a:ext cx="9525000" cy="381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500" noProof="1">
                <a:solidFill>
                  <a:srgbClr val="1F2937"/>
                </a:solidFill>
                <a:latin typeface="MiSans"/>
                <a:ea typeface="MiSans"/>
              </a:rPr>
              <a:t>Módulo 41 | Duración: 1 hora</a:t>
            </a:r>
          </a:p>
        </p:txBody>
      </p:sp>
      <p:sp>
        <p:nvSpPr>
          <p:cNvPr id="4" name="dsl:deco-line"/>
          <p:cNvSpPr/>
          <p:nvPr/>
        </p:nvSpPr>
        <p:spPr>
          <a:xfrm>
            <a:off x="5143500" y="3810000"/>
            <a:ext cx="1905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762000" y="4762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Mapeo de Funcionalidades</a:t>
            </a:r>
          </a:p>
        </p:txBody>
      </p:sp>
      <p:graphicFrame>
        <p:nvGraphicFramePr>
          <p:cNvPr id="3" name="dsl:table"/>
          <p:cNvGraphicFramePr>
            <a:graphicFrameLocks noGrp="1"/>
          </p:cNvGraphicFramePr>
          <p:nvPr/>
        </p:nvGraphicFramePr>
        <p:xfrm>
          <a:off x="762000" y="1333500"/>
          <a:ext cx="10668000" cy="3429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667000"/>
                <a:gridCol w="2667000"/>
                <a:gridCol w="2667000"/>
                <a:gridCol w="2667000"/>
              </a:tblGrid>
              <a:tr h="54864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727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Función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727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Claude Code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727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Cursor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727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OpenCode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72009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727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Modo solo lectura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727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--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727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Chat mode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727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Plan mode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</a:tr>
              <a:tr h="72009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727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Modo escritura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727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Default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727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Agent/Composer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727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Build mode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009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727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Contexto proyecto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727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CLAUDE.md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727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.cursorrules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727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AGENTS.md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</a:tr>
              <a:tr h="72009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727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Shortcuts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727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Ctrl+J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727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Ctrl+L/I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727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Ctrl+X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762000" y="4762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De Claude Code a OpenCode</a:t>
            </a:r>
          </a:p>
        </p:txBody>
      </p:sp>
      <p:sp>
        <p:nvSpPr>
          <p:cNvPr id="3" name="dsl:bullets|s=$bullet"/>
          <p:cNvSpPr txBox="1"/>
          <p:nvPr/>
        </p:nvSpPr>
        <p:spPr>
          <a:xfrm>
            <a:off x="762000" y="1333500"/>
            <a:ext cx="1047750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CLAUDE.md → AGENTS.md (mismo propósito, formato similar)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No hay modo plan nativo en Claude Code; usar Plan mode de OpenCode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Slash commands similares: /clear, /compact, /help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OpenCode soporta más proveedores (no solo Anthropic)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Subagentes con @mention son exclusivos de OpenCode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762000" y="4762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De Cursor a OpenCode</a:t>
            </a:r>
          </a:p>
        </p:txBody>
      </p:sp>
      <p:sp>
        <p:nvSpPr>
          <p:cNvPr id="3" name="dsl:bullets|s=$bullet"/>
          <p:cNvSpPr txBox="1"/>
          <p:nvPr/>
        </p:nvSpPr>
        <p:spPr>
          <a:xfrm>
            <a:off x="762000" y="1333500"/>
            <a:ext cx="1047750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.cursorrules → AGENTS.md + skills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Composer (Agent) → Build mode con Plan previo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Chat mode → Plan mode (solo lectura)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@ symbols similares para referenciar archivos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OpenCode es open source y multi-proveedor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762000" y="4762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Tips de Transición</a:t>
            </a:r>
          </a:p>
        </p:txBody>
      </p:sp>
      <p:sp>
        <p:nvSpPr>
          <p:cNvPr id="3" name="dsl:bullets|s=$bullet"/>
          <p:cNvSpPr txBox="1"/>
          <p:nvPr/>
        </p:nvSpPr>
        <p:spPr>
          <a:xfrm>
            <a:off x="762000" y="1333500"/>
            <a:ext cx="1047750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Empezar con Plan mode para familiarizarse sin riesgo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Configurar proveedor favorito primero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Crear AGENTS.md con las reglas que tenías antes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Exportar conversaciones antiguas para referencia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Practicar atajos: Ctrl+X leader, Tab para cambiar modo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762000" y="4762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Resumen</a:t>
            </a:r>
          </a:p>
        </p:txBody>
      </p:sp>
      <p:sp>
        <p:nvSpPr>
          <p:cNvPr id="3" name="dsl:checks|s=$check"/>
          <p:cNvSpPr txBox="1"/>
          <p:nvPr/>
        </p:nvSpPr>
        <p:spPr>
          <a:xfrm>
            <a:off x="762000" y="1524000"/>
            <a:ext cx="10477500" cy="400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✓</a:t>
            </a: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 Mapear funcionalidades entre agentes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✓</a:t>
            </a: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 CLAUDE.md / .cursorrules → AGENTS.md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✓</a:t>
            </a: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 Plan mode para transición sin riesgo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✓</a:t>
            </a: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 OpenCode: open source, multi-proveedor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slMetadata>
  <Colors>
    <Color name="primary" value="#2563EB"/>
    <Color name="secondary" value="#1E293B"/>
    <Color name="accent" value="#10B981"/>
    <Color name="background" value="#FFFFFF"/>
    <Color name="text" value="#1F2937"/>
    <Color name="lightGray" value="#F3F4F6"/>
    <Color name="border" value="#E5E7EB"/>
  </Colors>
  <TextStyles>
    <TextStyle name="title" font_size="36.0" color="$secondary" font_family="MiSans"/>
    <TextStyle name="subtitle" font_size="20.0" color="$text" font_family="MiSans"/>
    <TextStyle name="body" font_size="18.0" color="$text" font_family="MiSans" line_height="1.6"/>
    <TextStyle name="code" font_size="16.0" color="#374151" font_family="MiSans" line_height="1.4"/>
    <TextStyle name="bullet" font_size="18.0" color="$text" font_family="MiSans" line_height="1.6"/>
    <TextStyle name="check" font_size="18.0" color="$accent" font_family="MiSans" line_height="1.6"/>
  </TextStyles>
</DslMetadata>
</file>

<file path=customXml/itemProps1.xml><?xml version="1.0" encoding="utf-8"?>
<ns0:datastoreItem xmlns:ns0="http://schemas.openxmlformats.org/officeDocument/2006/customXml" ns0:itemID="{1CD88E8A-C972-46A1-95FD-AF3B4F04232E}">
  <ns0:schemaRefs/>
</ns0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