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Componentes reutilizables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Hooks personalizados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TypeScript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Biblioteca de UI de Facebook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Componentes basados en estado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Ecosistema amplio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componentes completos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Hooks personalizados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Refactorizar codigo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Tests y Storybook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DataTable component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Sorting by columns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Pagination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Search/filter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- Export to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Componentes mas reutilizables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Codigo mas mantenible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Tests automaticos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incluida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