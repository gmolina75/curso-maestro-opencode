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OpenCode + PowerBI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Automatizacion de reportes y dashboards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Creacion automatica de formulas DAX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Modelos de datos optimizados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Que es PowerBI +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PowerBI: Herramienta de business intelligence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OpenCode: Asistente de IA para codigo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Combinacion: Automatizacion completa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Crear modelos de datos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Generar formulas DAX complejas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Consultas M para transformaciones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Reportes automaticos recurrentes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Ejemplo de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@opencode Create a PowerBI data model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Connect to SQL Server database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Create DAX measures for: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- Total Revenue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- Monthly Growth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Beneficios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Ahorro de 60-70% en tiempo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Formula DAX optimizadas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Modelos consistentes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Menos errores humanos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