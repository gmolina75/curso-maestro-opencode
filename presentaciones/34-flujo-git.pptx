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1333500" y="2286000"/>
            <a:ext cx="9525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Clase 34: Flujo de Trabajo con Git</a:t>
            </a:r>
          </a:p>
        </p:txBody>
      </p:sp>
      <p:sp>
        <p:nvSpPr>
          <p:cNvPr id="3" name="dsl:subtitle|s=$subtitle"/>
          <p:cNvSpPr txBox="1"/>
          <p:nvPr/>
        </p:nvSpPr>
        <p:spPr>
          <a:xfrm>
            <a:off x="1333500" y="3238500"/>
            <a:ext cx="9525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noProof="1">
                <a:solidFill>
                  <a:srgbClr val="1F2937"/>
                </a:solidFill>
                <a:latin typeface="MiSans"/>
                <a:ea typeface="MiSans"/>
              </a:rPr>
              <a:t>Módulo 34 | Duración: 1.5 horas</a:t>
            </a:r>
          </a:p>
        </p:txBody>
      </p:sp>
      <p:sp>
        <p:nvSpPr>
          <p:cNvPr id="4" name="dsl:deco-line"/>
          <p:cNvSpPr/>
          <p:nvPr/>
        </p:nvSpPr>
        <p:spPr>
          <a:xfrm>
            <a:off x="5143500" y="3810000"/>
            <a:ext cx="1905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Git en OpenCode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 detecta automáticamente repositorios Git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/undo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y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/redo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dependen de Git para revertir cambios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El agente puede ejecutar comandos git vía tool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bash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Recomendado: siempre trabajar dentro de un repo Git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 respeta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.gitignore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y no expone secrets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Commits y Branches</a:t>
            </a:r>
          </a:p>
        </p:txBody>
      </p:sp>
      <p:sp>
        <p:nvSpPr>
          <p:cNvPr id="3" name="dsl:code|s=$code"/>
          <p:cNvSpPr txBox="1"/>
          <p:nvPr/>
        </p:nvSpPr>
        <p:spPr>
          <a:xfrm>
            <a:off x="762000" y="1333500"/>
            <a:ext cx="10477500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Crear branch para feature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git checkout -b feature/auth-refactor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Después de cambios de OpenCode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git add .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git commit -m "refactor: extract auth logic"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O dejar que OpenCode haga el commit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"Create a commit with a descriptive message"</a:t>
            </a:r>
          </a:p>
        </p:txBody>
      </p:sp>
      <p:sp>
        <p:nvSpPr>
          <p:cNvPr id="4" name="dsl:bullets|s=$bullet"/>
          <p:cNvSpPr txBox="1"/>
          <p:nvPr/>
        </p:nvSpPr>
        <p:spPr>
          <a:xfrm>
            <a:off x="762000" y="3810000"/>
            <a:ext cx="104775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Trabajar en branches protege el código principal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 puede sugerir mensajes de commit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Revisar siempre antes de hacer push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Resolución de Conflictos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Pull frecuente para mantenerse actualizado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Si hay conflictos, OpenCode puede analizarlos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Referenciar ambas versiones con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@archivo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Usar Plan mode primero para entender el conflicto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Luego Build mode para aplicar la resolución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Siempre verificar los cambios antes de commit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Preparación de Pull Requests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Usar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/init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para generar contexto del proyecto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AGENTS.md ayuda a mantener consistencia en reviews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 puede generar descripciones de PR automáticamente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Solicitar review con agentes custom (code-reviewer)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Verificar tests pasan antes de solicitar merge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Resumen</a:t>
            </a:r>
          </a:p>
        </p:txBody>
      </p:sp>
      <p:sp>
        <p:nvSpPr>
          <p:cNvPr id="3" name="dsl:checks|s=$check"/>
          <p:cNvSpPr txBox="1"/>
          <p:nvPr/>
        </p:nvSpPr>
        <p:spPr>
          <a:xfrm>
            <a:off x="762000" y="1524000"/>
            <a:ext cx="10477500" cy="400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Trabajar siempre dentro de un repo Git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Usar branches para features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Plan mode para entender conflictos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Agentes custom para code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2563EB"/>
    <Color name="secondary" value="#1E293B"/>
    <Color name="accent" value="#10B981"/>
    <Color name="background" value="#FFFFFF"/>
    <Color name="text" value="#1F2937"/>
    <Color name="lightGray" value="#F3F4F6"/>
    <Color name="border" value="#E5E7EB"/>
  </Colors>
  <TextStyles>
    <TextStyle name="title" font_size="36.0" color="$secondary" font_family="MiSans"/>
    <TextStyle name="subtitle" font_size="20.0" color="$text" font_family="MiSans"/>
    <TextStyle name="body" font_size="18.0" color="$text" font_family="MiSans" line_height="1.6"/>
    <TextStyle name="code" font_size="16.0" color="#374151" font_family="MiSans" line_height="1.4"/>
    <TextStyle name="bullet" font_size="18.0" color="$text" font_family="MiSans" line_height="1.6"/>
    <TextStyle name="check" font_size="18.0" color="$accent" font_family="MiSans" line_height="1.6"/>
  </TextStyles>
</DslMetadata>
</file>

<file path=customXml/itemProps1.xml><?xml version="1.0" encoding="utf-8"?>
<ns0:datastoreItem xmlns:ns0="http://schemas.openxmlformats.org/officeDocument/2006/customXml" ns0:itemID="{23DA4B0D-83B5-448A-AF39-556FC305F4BC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