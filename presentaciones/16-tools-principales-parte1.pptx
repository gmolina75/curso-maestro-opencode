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Clase 16: Herramientas Principales (Parte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FCECD"/>
                </a:solidFill>
              </a:defRPr>
            </a:pPr>
            <a:r>
              <a:t>Módulo 16 | Duración: 1.5 horas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Tool: bash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Ejecutar comandos shell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Instalar dependencias: npm install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Verificar estado: git status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Ejecutar tests: npm test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Cualquier comando del sistema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Tool: edit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Modificación precisa de archivos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Reemplazo de texto exacto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oldString → newString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Edición quirúrgica sin rewrite completo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Ejemplo de edit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// Cambiar nombre de función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oldString: "function calculateTotal(items)"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newString: "function computeTotal(items)"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Tool: write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Crear nuevos archivos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Sobrescribir archivos existentes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Controlado por permiso 'edit'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Útil para archivos nuevos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Tool: read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Leer contenido de archivos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Soporte de rangos de líneas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Lectura eficiente de archivos grandes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Análisis de código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Tool: grep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Búsqueda por regex en contenido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Full regex syntax soportado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Filtrado por patrón de archivo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Rápido con ripgrep bajo el capó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Tool: glob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Búsqueda de archivos por patrón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Soporte de glob patterns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Returns archivos ordenados por modificación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Ejemplo: **/*.js, src/**/*.ts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Resumen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6 tools fundamentales para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bash para ejecución de comandos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edit/write/read para gestión de archivos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grep/glob para búsqueda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