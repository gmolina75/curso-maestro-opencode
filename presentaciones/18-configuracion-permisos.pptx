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Clase 18: Configuración de Permisos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FCECD"/>
                </a:solidFill>
              </a:defRPr>
            </a:pPr>
            <a:r>
              <a:t>Módulo 18 | Duración: 1 hora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Niveles de Permiso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allow: Permitir sin preguntar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ask: Requiere aprobación del usuario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deny: Bloquear completamente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Default: allow (sin restricciones)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Permisos por Tool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"permission": 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"bash": "ask",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"edit": "allow",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"write": "deny",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"webfetch": "allow",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"skill": "ask"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}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Patrones Glob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1247120" cy="5029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"permission": {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"mymcp_*": "ask",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"internal-*": "deny",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  "experimental-*": "ask"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  }</a:t>
            </a:r>
          </a:p>
          <a:p>
            <a:pPr>
              <a:defRPr sz="1600">
                <a:solidFill>
                  <a:srgbClr val="4EC9B0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Recomendaciones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bash: 'ask' en producción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edit/write: 'allow' para desarrollo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MCP tools: 'ask' por seguridad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webfetch/websearch: 'allow'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Resumen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3 niveles: allow, ask, deny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Patrones glob para múltiples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Configurar según contexto de seguridad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