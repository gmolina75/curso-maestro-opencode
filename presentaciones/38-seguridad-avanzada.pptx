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1333500" y="2286000"/>
            <a:ext cx="9525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Clase 38: Seguridad Avanzada</a:t>
            </a:r>
          </a:p>
        </p:txBody>
      </p:sp>
      <p:sp>
        <p:nvSpPr>
          <p:cNvPr id="3" name="dsl:subtitle|s=$subtitle"/>
          <p:cNvSpPr txBox="1"/>
          <p:nvPr/>
        </p:nvSpPr>
        <p:spPr>
          <a:xfrm>
            <a:off x="1333500" y="3238500"/>
            <a:ext cx="9525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noProof="1">
                <a:solidFill>
                  <a:srgbClr val="1F2937"/>
                </a:solidFill>
                <a:latin typeface="MiSans"/>
                <a:ea typeface="MiSans"/>
              </a:rPr>
              <a:t>Módulo 38 | Duración: 1 hora</a:t>
            </a:r>
          </a:p>
        </p:txBody>
      </p:sp>
      <p:sp>
        <p:nvSpPr>
          <p:cNvPr id="4" name="dsl:deco-line"/>
          <p:cNvSpPr/>
          <p:nvPr/>
        </p:nvSpPr>
        <p:spPr>
          <a:xfrm>
            <a:off x="5143500" y="3810000"/>
            <a:ext cx="1905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Políticas de Seguridad Enterprise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Remote config (.well-known/opencode) para defaults org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Managed settings con prioridad máxima (no overrideable)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Deshabilitar MCP servers por defecto en enterprise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Controlar permisos de bash, edit, write por equipo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Deploy vía MDM: Jamf, Kandji, FleetDM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Manejo de Secrets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Nunca commitear API keys en el repositorio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Usar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{env:VAR}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o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{file:path}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en config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Variables de entorno para CI/CD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Rotar keys periódicamente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Usar vaults corporativos (HashiCorp, AWS Secrets Manager)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Aislamiento de Entornos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Config separada por entorno: dev, staging, prod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OPENCODE_CONFIG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para apuntar a config específica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Docker containers para aislamiento completo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Restringir permisos bash en producción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Usar modelos locales para código altamente sensible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Auditoría de Acciones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OpenCode loggea todas las tool calls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Sesiones exportables a Markdown para trazabilidad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Git history como auditoría de cambios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GitHub/GitLab Actions con logs de CI/CD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Revisar 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opencode debug config</a:t>
            </a: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 para diagnóstico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Resumen</a:t>
            </a:r>
          </a:p>
        </p:txBody>
      </p:sp>
      <p:sp>
        <p:nvSpPr>
          <p:cNvPr id="3" name="dsl:checks|s=$check"/>
          <p:cNvSpPr txBox="1"/>
          <p:nvPr/>
        </p:nvSpPr>
        <p:spPr>
          <a:xfrm>
            <a:off x="762000" y="1524000"/>
            <a:ext cx="10477500" cy="400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Managed settings para control enterprise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Secrets fuera del repo con {env} y {file}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Aislamiento por entorno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Auditoría via logs y Git history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2563EB"/>
    <Color name="secondary" value="#1E293B"/>
    <Color name="accent" value="#10B981"/>
    <Color name="background" value="#FFFFFF"/>
    <Color name="text" value="#1F2937"/>
    <Color name="lightGray" value="#F3F4F6"/>
    <Color name="border" value="#E5E7EB"/>
  </Colors>
  <TextStyles>
    <TextStyle name="title" font_size="36.0" color="$secondary" font_family="MiSans"/>
    <TextStyle name="subtitle" font_size="20.0" color="$text" font_family="MiSans"/>
    <TextStyle name="body" font_size="18.0" color="$text" font_family="MiSans" line_height="1.6"/>
    <TextStyle name="code" font_size="16.0" color="#374151" font_family="MiSans" line_height="1.4"/>
    <TextStyle name="bullet" font_size="18.0" color="$text" font_family="MiSans" line_height="1.6"/>
    <TextStyle name="check" font_size="18.0" color="$accent" font_family="MiSans" line_height="1.6"/>
  </TextStyles>
</DslMetadata>
</file>

<file path=customXml/itemProps1.xml><?xml version="1.0" encoding="utf-8"?>
<ns0:datastoreItem xmlns:ns0="http://schemas.openxmlformats.org/officeDocument/2006/customXml" ns0:itemID="{41DCC1F1-FBE4-4964-B7A1-5861EFE7E1FB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