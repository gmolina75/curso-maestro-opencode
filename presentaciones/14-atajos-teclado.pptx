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14: Atajos de Teclado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14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Leader Key: Ctrl+X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N: Nueva sesión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L: Listar sesiones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C: Compactar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S: Compartir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X: Exportar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U: Deshacer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R: Rehacer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Más Atajos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M: Modelos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E: Editor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I: Init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D: Detalles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Ctrl+X Q: Salir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Ctrl+P: Paleta de comandos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Tab: Cambiar modo Build/Plan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Personalizar Keybinds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En tui.json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"keybinds":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"command_list": "ctrl+p",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"session_new": "ctrl+n",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"session_list": "ctrl+l"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Ctrl+X como leader key por defecto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Atajos para todas las operaciones comunes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Personalizable en tui.json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