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Clase 19: Modo 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FCECD"/>
                </a:solidFill>
              </a:defRPr>
            </a:pPr>
            <a:r>
              <a:t>Módulo 19 | Duración: 1 hora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1E1E"/>
                </a:solidFill>
              </a:defRPr>
            </a:pPr>
            <a:r>
              <a:t>¿Qué es el Modo Build?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0972800" cy="45720"/>
          </a:xfrm>
          <a:prstGeom prst="rect">
            <a:avLst/>
          </a:prstGeom>
          <a:solidFill>
            <a:srgbClr val="656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Modo por defecto de OpenCode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Acceso completo a todas las herramientas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Lectura, escritura y edición de archivos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Ejecución de comandos shell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Búsqueda en el codebase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1E1E"/>
                </a:solidFill>
              </a:defRPr>
            </a:pPr>
            <a:r>
              <a:t>Casos de Uso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0972800" cy="45720"/>
          </a:xfrm>
          <a:prstGeom prst="rect">
            <a:avLst/>
          </a:prstGeom>
          <a:solidFill>
            <a:srgbClr val="656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Desarrollo de nuevas features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Refactoring de código existente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Bug fixing con contexto completo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Creación de archivos nuevos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Configuración de proyectos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1E1E"/>
                </a:solidFill>
              </a:defRPr>
            </a:pPr>
            <a:r>
              <a:t>Ejemplo de Uso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11247120" cy="5029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# Feature directa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"We need to add authentication to /settings route.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Mirror how it's handled in /notes route in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@packages/functions/src/notes.ts and implement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the same logic in @packages/functions/src/settings.ts"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1E1E"/>
                </a:solidFill>
              </a:defRPr>
            </a:pPr>
            <a:r>
              <a:t>Mejores Prácticas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0972800" cy="45720"/>
          </a:xfrm>
          <a:prstGeom prst="rect">
            <a:avLst/>
          </a:prstGeom>
          <a:solidFill>
            <a:srgbClr val="656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Proporcionar contexto suficiente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Referenciar archivos con @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Ser específico en los cambios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Usar /undo si el resultado no es correcto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Resumen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EC9B0"/>
                </a:solidFill>
              </a:defRPr>
            </a:pPr>
            <a:r>
              <a:t>✓ Build mode: acceso completo a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EC9B0"/>
                </a:solidFill>
              </a:defRPr>
            </a:pPr>
            <a:r>
              <a:t>✓ Ideal para implementación directa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EC9B0"/>
                </a:solidFill>
              </a:defRPr>
            </a:pPr>
            <a:r>
              <a:t>✓ Usar para features y bugs específicos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