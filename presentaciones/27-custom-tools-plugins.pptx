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27: Custom Tools y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27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Custom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Funciones definidas por el usuario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Ejecución de código arbitrario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Definidos en config file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Disponibles para el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Sistema de Plugins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Ubicación: .opencode/plugins/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Global: ~/.config/opencode/plugins/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Carga desde npm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Extienden con tools, hooks, integraciones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Configuración de Plugins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"plugin": [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"opencode-helicone-session",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"@my-org/custom-plugin"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]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Ejemplos de Plugins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opencode-helicone-session: Tracking de sesiones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opencode-gitlab-plugin: Herramientas GitLab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Plugins community en npm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Custom tools para funcionalidad específica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Plugins para extensiones completas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Carga desde npm o directorios locales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