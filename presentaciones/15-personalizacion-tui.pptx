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Clase 15: Personalización de la TUI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FCECD"/>
                </a:solidFill>
              </a:defRPr>
            </a:pPr>
            <a:r>
              <a:t>Módulo 15 | Duración: 1 hora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Estructura de tui.json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"$schema": "https://opencode.ai/tui.json",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"theme": "tokyonight",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"scroll_speed": 3,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"scroll_acceleration":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"enabled": true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},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"diff_style": "auto",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"mouse": true,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"attention":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"enabled": true,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"notifications": true,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"sound": true,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"volume": 0.4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Opciones de Tema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/themes para listar temas disponibles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theme en tui.json para configurar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Opciones: tokyonight, monokai, solarized, etc.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Auto-detect terminal colors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Scroll y Navegación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scroll_speed: Velocidad de scroll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scroll_acceleration: Aceleración progresiva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mouse: Habilitar soporte de mouse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diff_style: auto, unified, split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Atención y Notificaciones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attention.enabled: Habilitar sistema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notifications: Notificaciones de escritorio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sound: Sonidos de alerta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volume: Volumen (0.0 - 1.0)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tui.json para configuración dedicada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Múltiples temas disponibles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Notificaciones para tareas largas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Soporte de mouse opcional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