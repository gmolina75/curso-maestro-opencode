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17: Herramientas Principales (Parte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17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apply_patch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Aplicar parches a archivos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Útil para diffs y patches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Cambia archivos múltiples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Controlado por permiso 'edit'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skill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Cargar archivos SKILL.md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Instrucciones reutilizables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Carga on-demand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Permisos configurables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todowrite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Gestionar listas de tareas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Crear/actualizar tareas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Seguimiento de progreso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Útil para tareas complejas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webfetch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Obtener contenido web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Consultar documentación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Investigar recursos online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markdown y 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websearch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Búsqueda en la web vía Exa AI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Información actualizada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Sin API key requerida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Disponible con OpenCode provider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Preguntar al usuario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Opciones predefinidas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Respuestas custom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Clarificación durante ejecución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Tool: lsp (Experimental)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goToDefinition: Ir a definición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findReferences: Encontrar referencias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hover: Información hover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documentSymbol: Símbolos del documento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Requiere OPENCODE_EXPERIMENTAL=true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12+ herramientas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webfetch/websearch para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skill para instrucciones reutilizables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lsp para inteligencia de código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