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CI/CD automatizado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Workflows optimizados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Seguridad integrada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Plataforma de CI/CD de GitHub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Automatizacion de workflows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Integracion directa con repos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Crear workflows de testing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Optimizar pipelines existentes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Agregar seguridad (SAST, DAST)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Notificaciones a Slack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Create a GitHub Actions workflow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Triggers on push to main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Runs tests for Python 3.10 and 3.11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Caches pip dependencies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Uploads coverage to Codecov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 5x mas rapida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Workflows consistentes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Menos configuracion manual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Mejores practicas incluidas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