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1333500" y="2286000"/>
            <a:ext cx="9525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Clase 37: Optimización de Costos</a:t>
            </a:r>
          </a:p>
        </p:txBody>
      </p:sp>
      <p:sp>
        <p:nvSpPr>
          <p:cNvPr id="3" name="dsl:subtitle|s=$subtitle"/>
          <p:cNvSpPr txBox="1"/>
          <p:nvPr/>
        </p:nvSpPr>
        <p:spPr>
          <a:xfrm>
            <a:off x="1333500" y="3238500"/>
            <a:ext cx="9525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noProof="1">
                <a:solidFill>
                  <a:srgbClr val="1F2937"/>
                </a:solidFill>
                <a:latin typeface="MiSans"/>
                <a:ea typeface="MiSans"/>
              </a:rPr>
              <a:t>Módulo 37 | Duración: 1 hora</a:t>
            </a:r>
          </a:p>
        </p:txBody>
      </p:sp>
      <p:sp>
        <p:nvSpPr>
          <p:cNvPr id="4" name="dsl:deco-line"/>
          <p:cNvSpPr/>
          <p:nvPr/>
        </p:nvSpPr>
        <p:spPr>
          <a:xfrm>
            <a:off x="5143500" y="3810000"/>
            <a:ext cx="1905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Entendiendo los Costos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Input tokens: todo lo que envías al modelo (prompt + contexto)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Output tokens: todo lo que genera el modelo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Modelos grandes = más capaces pero más caros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Modelos pequeños = rápidos y económicos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Zen: sin markup, pagas lo justo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Monitoreo de Gastos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Barra de estado de OpenCode muestra tokens usados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Dashboard de proveedor (Anthropic, OpenAI) para detalle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Zen: dashboard en opencode.ai/billing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Configurar alertas de presupuesto en el proveedor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Revisar logs de uso con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debug config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Elegir Modelos por Costo/Beneficio</a:t>
            </a:r>
          </a:p>
        </p:txBody>
      </p:sp>
      <p:graphicFrame>
        <p:nvGraphicFramePr>
          <p:cNvPr id="3" name="dsl:table"/>
          <p:cNvGraphicFramePr>
            <a:graphicFrameLocks noGrp="1"/>
          </p:cNvGraphicFramePr>
          <p:nvPr/>
        </p:nvGraphicFramePr>
        <p:xfrm>
          <a:off x="762000" y="1333500"/>
          <a:ext cx="10668000" cy="3429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3200400"/>
                <a:gridCol w="2667000"/>
                <a:gridCol w="4800600"/>
              </a:tblGrid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Tarea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Modelo Ideal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Por qué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7607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Refactor complejo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Claude Opus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Mejor razonamiento, vale el costo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  <a:tr h="57607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Bug simple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Haiku / GPT-4o-mini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Rápido y barato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Tests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Qwen-Coder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Especializado, bajo costo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  <a:tr h="57607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Docs / Explicar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Sonnet / Gemini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Buen balance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CI/CD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Local / Go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Sin costo de API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Optimización de Prompts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Ser específico: evita prompts vagos que requieren iteración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Referenciar archivos con @ en lugar de copiar código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Usar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/compact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antes de que el contexto crezca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Dividir tareas grandes en pasos concretos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Aprovechar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small_model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para títulos y resúmenes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Resumen</a:t>
            </a:r>
          </a:p>
        </p:txBody>
      </p:sp>
      <p:sp>
        <p:nvSpPr>
          <p:cNvPr id="3" name="dsl:checks|s=$check"/>
          <p:cNvSpPr txBox="1"/>
          <p:nvPr/>
        </p:nvSpPr>
        <p:spPr>
          <a:xfrm>
            <a:off x="762000" y="152400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Entender input/output tokens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Monitorear gastos en dashboard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Elegir modelo según tarea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Optimizar prompts para reducir tokens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563EB"/>
    <Color name="secondary" value="#1E293B"/>
    <Color name="accent" value="#10B981"/>
    <Color name="background" value="#FFFFFF"/>
    <Color name="text" value="#1F2937"/>
    <Color name="lightGray" value="#F3F4F6"/>
    <Color name="border" value="#E5E7EB"/>
  </Colors>
  <TextStyles>
    <TextStyle name="title" font_size="36.0" color="$secondary" font_family="MiSans"/>
    <TextStyle name="subtitle" font_size="20.0" color="$text" font_family="MiSans"/>
    <TextStyle name="body" font_size="18.0" color="$text" font_family="MiSans" line_height="1.6"/>
    <TextStyle name="code" font_size="16.0" color="#374151" font_family="MiSans" line_height="1.4"/>
    <TextStyle name="bullet" font_size="18.0" color="$text" font_family="MiSans" line_height="1.6"/>
    <TextStyle name="check" font_size="18.0" color="$accent" font_family="MiSans" line_height="1.6"/>
  </TextStyles>
</DslMetadata>
</file>

<file path=customXml/itemProps1.xml><?xml version="1.0" encoding="utf-8"?>
<ns0:datastoreItem xmlns:ns0="http://schemas.openxmlformats.org/officeDocument/2006/customXml" ns0:itemID="{0AF701BD-DA0F-4CBE-B0D7-5FFE0B4967F3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