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35: Multi-sesión y Trabajo Paralelo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35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¿Qué es Multi-sesión?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Capacidad de abrir múltiples sesiones de trabajo simultáneas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Cada sesión tiene su propio contexto y historial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Ideal para trabajar en diferentes partes del proyecto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Sesiones child para tareas especializadas (subagentes)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Disponible en TUI y Desktop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Crear y Gestionar Sesiones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Nueva sesión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/new    o    Ctrl+X N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Listar sesiones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/sessions    o    Ctrl+X L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Reanudar sesión anterior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/resume &lt;session-id&gt;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619500"/>
            <a:ext cx="104775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Cada sesión se guarda automáticamente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Persisten entre reinicios de OpenCode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Nombrar sesiones ayuda a identificarlas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Exportar sesión: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Trabajo en Paralelo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Sesión A: Refactor del backend API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Sesión B: Implementación de tests unitarios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Sesión C: Revisión de seguridad con agente custom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Cambiar entre sesiones sin perder contexto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Child sessions para tareas profundas con @mention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Casos de Uso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Microservicios: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Una sesión por servicio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Frontend + Backend: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Trabajar ambos en paralelo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Bug fixes urgentes: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Nueva sesión sin perder el feature actual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Code review: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Sesión dedicada a revisar PR de compañero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Investigación: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Explorar librería nueva sin contaminar sesión principal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Múltiples sesiones = múltiples contextos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/new, /sessions, /resume para gestionar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Trabajar en paralelo en diferentes tareas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Child sessions con @mention para profundizar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E92E9A4A-401C-462F-82E2-C71EBA97F46E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