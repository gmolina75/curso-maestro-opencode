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9: Ubicaciones de Configuración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9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Orden de Precedencia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1. Remote config (.well-known/opencode)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2. Global config (~/.config/opencode/)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3. Custom config (OPENCODE_CONFIG)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4. Project config (opencode.json)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5. .opencode directories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6. Inline config (OPENCODE_CONFIG_CONTENT)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7. Managed settings (por plataforma)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8. macOS managed preferences (MDM)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Configuración Global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Ubicación: ~/.config/opencode/opencode.json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Para preferencias de usuario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Se aplica a todos los proyectos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Override de remote config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Configuración por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Ubicación: opencode.json en raíz del proyecto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Para configuración específica del proyecto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Override de global y remote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Seguro para Git (sin credenciales)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Managed Settings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macOS: /Library/Application Support/opencode/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Linux: /etc/opencode/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Windows: %ProgramData%\opencode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Prioridad máxima - no overrideable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Deploy vía MDM (Jamf, Kandji, FleetDM)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Ejemplo de Merge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Global config: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"autoupdate": true,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"model": "anthropic/claude-haiku-4-5"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Project config: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"model": "anthropic/claude-sonnet-4-5"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Resultado final: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"autoupdate": true,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"model": "anthropic/claude-sonnet-4-5"  // Override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8 fuentes de configuración con precedencia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Project &gt; Global &gt; Remote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Managed settings tienen prioridad máxima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Las configs se mergean, no reemplazan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