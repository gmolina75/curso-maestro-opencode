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28: Integración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28 | Duración: 1 hora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IDEs Soportados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VS Code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Cursor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Windsurf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VSCodium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Cualquiera con terminal integrado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Instalación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Automática: ejecutar opencode en terminal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Manual: buscar OpenCode en Marketplace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Requiere CLI del IDE en PATH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Atajos de la Extensión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Cmd/Ctrl+Esc: Abrir/focus OpenCode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Cmd/Ctrl+Shift+Esc: Nueva sesión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Cmd/Ctrl+Option+K: Insertar referencia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Context Awareness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Comparte selección actual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Comparte tab abierto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Referencias de archivo @File#L37-42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Drag and drop de imágenes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Extensión para VS Code y forks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Instalación automática o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Atajos paraproductividad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Context awareness integrado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