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Esquemas optimizados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Migraciones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Queries performantes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Lenguaje de consultas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PostgreSQL, MySQL, SQLite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Relational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Disenar esquemas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migraciones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Optimizar queries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Documentar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Design PostgreSQL schema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E-commerce platform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Users with roles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Products with inventory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Orders with payments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Esquemas mejor diseniados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Queries mas rapidas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Migraciones sin errores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automatica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