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Scripts de analisis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Modelos de ML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Visualizaciones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Analisis de datos con Python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Machine Learning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Pandas, NumPy, 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Analisis exploratorio (EDA)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Modelos de ML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Limpieza de datos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Visualizaciones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EDA script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Load CSV with pandas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Handle missing values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Generate statistical summary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Create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Scripts mas rapidos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Mejores practicas de ML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Codigo documentado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Reproducibilidad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