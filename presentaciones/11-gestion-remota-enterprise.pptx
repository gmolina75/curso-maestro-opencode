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11: Gestión Remota y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11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Remote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Endpoint: .well-known/opencode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Defaults para toda la organización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Servidores MCP deshabilitados por defecto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Override en config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Managed Settings - macOS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&lt;?xml version="1.0" encoding="UTF-8"?&gt;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&lt;!DOCTYPE plist PUBLIC "-//Apple//DTD PLIST 1.0//EN"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"http://www.apple.com/DTDs/PropertyList-1.0.dtd"&gt;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&lt;plist version="1.0"&gt;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&lt;dict&gt;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&lt;key&gt;PayloadContent&lt;/key&gt;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&lt;array&gt;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&lt;dict&gt;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&lt;key&gt;PayloadType&lt;/key&gt;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&lt;string&gt;ai.opencode.managed&lt;/string&gt;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&lt;key&gt;share&lt;/key&gt;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&lt;string&gt;disabled&lt;/string&gt;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&lt;key&gt;permission&lt;/key&gt;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&lt;dict&gt;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&lt;key&gt;bash&lt;/key&gt;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&lt;string&gt;ask&lt;/string&gt;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&lt;/dict&gt;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&lt;/dict&gt;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&lt;/array&gt;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&lt;/dict&gt;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&lt;/plist&gt;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Despliegue con MDM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Jamf Pro: Computers &gt; Configuration Profiles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FleetDM: gitops repo bajo mdm.macos_settings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Kandji: Custom Configuration Profile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Verificar: opencode debug 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Remote config para defaults organizacionales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MDM para enforcement en macOS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Managed settings tienen prioridad máxima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