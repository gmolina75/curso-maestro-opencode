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5: Proveedores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5 | Duración: 1.5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Amazon Bedrock (AWS)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Acceso a múltiples modelos (Claude, Llama, etc.)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Configuración con AWS credentials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Soporte para VPC endpoints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Región y profile configurables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Configurar Bedrock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Variables de entorno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AWS_PROFILE=my-profile AWS_REGION=us-east-1 opencode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O en opencode.json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"provider":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"amazon-bedrock":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"options":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"region": "us-east-1",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"profile": "my-aws-profile"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Azure OpenAI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Recursos de Azure OpenAI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Deploy models en Azure AI Foundry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Variable AZURE_RESOURCE_NAME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Content filter: usar Default no DefaultV2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Cloudflare AI Gateway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Endpoint unificado para múltiples proveedores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Unified Billing - sin API keys separadas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Account ID y Gateway ID requeridos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Soporte para OpenAI, Anthropic, Workers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Otros Proveedores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DigitalOcean: Inference Routers para routing inteligente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Fireworks AI: Modelos open source optimizados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Groq: Ultra rápido para inferencia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Hugging Face: 17+ providers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NVIDIA: Modelos Nemotron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OpenRouter: Acceso a múltiples proveedores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AWS Bedrock para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Azure para organizaciones Microsoft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Cloudflare para simplificar billing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DigitalOcean para routing inteligente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