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20: Modo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20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el Modo Plan?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Modo de solo lectura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Sin capacidad de modificar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Análisis y propuestas de cambios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Ideal para exploración segura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Casos de Uso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Explorar codebase unfamiliar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Planificar features complejas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Revisar sugerencias antes de implementar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Entender arquitectura existente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Flujo de Trabajo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1. Activar Plan mode con Tab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2. Describir lo que se quiere lograr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3. Recibir plan detallado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4. Iterar sobre el plan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5. Cambiar a Build para implementar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 de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En Plan mode: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"When a user deletes a note, we'd like to flag it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as deleted in the database. Then create a screen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that shows all the recently deleted notes. From this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screen, the user can undelete a note or permanently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delete it."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Plan mode: solo lectura,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Ideal para exploración y planificación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Cambia a Build cuando estés listo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