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31: Troubleshooting y 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31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Problemas Comunes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Windows: Usar WSL para mejor experiencia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MCP no carga: Verificar permisos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Skill no aparece: Nombre en MAYÚSCULAS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LSP no funciona: Habilitar experimental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Imágenes: Verificar límites de tamaño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Comandos de Debug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Ver configuración resuelta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opencode debug config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Listar MCP servers y auth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opencode mcp auth list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Debug de MCP específico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opencode mcp debug &lt;server-name&gt;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Verificar versión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opencode --version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Recursos Oficiales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Docs: opencode.ai/docs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GitHub: github.com/anomalyco/opencode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Discord: opencode.ai/discord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Changelog: opencode.ai/changelog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Comunidad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Discord para soporte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GitHub Issues para bugs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X (Twitter): @opencode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Contribuciones bienvenidas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Actualizaciones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autoupdate: true en config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Verificar: opencode --version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Changelog para ver cambios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Probar en environment de staging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Problemas comunes tienen soluciones simples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Comandos de debug para 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Comunidad activa para soporte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Mantener actualizado es importante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