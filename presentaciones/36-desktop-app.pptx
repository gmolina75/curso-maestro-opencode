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36: Desktop App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36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¿Qué es la Desktop App?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Aplicación de escritorio nativa (beta)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Interfaz gráfica sin necesidad de terminal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Funcionalidad equivalente a la TUI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Soporta drag-and-drop de archivos e imágenes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Notificaciones de escritorio integradas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Instalación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macOS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brew install --cask opencode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Windows (próximamente)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Descargar desde opencode.ai/download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Linux (AppImage)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wget opencode.ai/download/linux -O opencode.AppImage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429000"/>
            <a:ext cx="10477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Requiere tener instalado el CLI previamente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Comparte configuración con TUI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Actualizaciones automáticas vía autoupdate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Diferencias con TUI</a:t>
            </a:r>
          </a:p>
        </p:txBody>
      </p:sp>
      <p:graphicFrame>
        <p:nvGraphicFramePr>
          <p:cNvPr id="3" name="dsl:table"/>
          <p:cNvGraphicFramePr>
            <a:graphicFrameLocks noGrp="1"/>
          </p:cNvGraphicFramePr>
          <p:nvPr/>
        </p:nvGraphicFramePr>
        <p:xfrm>
          <a:off x="762000" y="1333500"/>
          <a:ext cx="10668000" cy="3429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520440"/>
                <a:gridCol w="3520440"/>
                <a:gridCol w="362712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Característica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TUI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Desktop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Interfaz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Terminal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Gráfica nativa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Atajos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Ctrl+X leader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Cmd/Ctrl nativos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Imágenes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Drag &amp; drop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Drag &amp; drop + clipboard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Recursos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Ligero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Mayor consumo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Cuándo usar Desktop vs TUI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Desktop: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Usuarios que prefieren GUI, designers, managers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TUI: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Developers hardcore, servidores remotos, SSH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Desktop: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Trabajo visual con muchas imágenes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TUI: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Entornos con recursos limitados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Desktop: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Integración con otros apps de escritorio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Desktop App para experiencia gráfica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Misma funcionalidad que TUI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TUI sigue siendo preferido para servidores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Elegir según flujo de trabajo personal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08491503-D3FA-4A41-B89A-6ED1E06D9249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