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3: OpenCode Zen y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3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¿Qué es OpenCode Zen?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Lista curada de modelos verificados por OpenCode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Pay-as-you-go: $20 saldo, auto top-up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Sin markup en inferencia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Modelos probados y optimizados para coding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Sin necesidad de probar 40+ combinaciones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Configuración de Zen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1. Ejecutar /connect en TUI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/connect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2. Seleccionar 'OpenCode Zen'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3. Ir a opencode.ai/auth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4. Iniciar sesión y agregar datos de facturación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5. Copiar API key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6. Pegar la API key en el prompt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OpenCode Go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Plan de suscripción de bajo costo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Modelos de código abierto populares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Acceso confiable a modelos probados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Misma configuración que Zen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Comparativa de Planes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Característica</a:t>
                      </a:r>
                    </a:p>
                  </a:txBody>
                  <a:tcPr>
                    <a:solidFill>
                      <a:srgbClr val="21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Zen</a:t>
                      </a:r>
                    </a:p>
                  </a:txBody>
                  <a:tcPr>
                    <a:solidFill>
                      <a:srgbClr val="21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Go</a:t>
                      </a:r>
                    </a:p>
                  </a:txBody>
                  <a:tcPr>
                    <a:solidFill>
                      <a:srgbClr val="21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BYOK</a:t>
                      </a:r>
                    </a:p>
                  </a:txBody>
                  <a:tcPr>
                    <a:solidFill>
                      <a:srgbClr val="211E1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Modelos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Curados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Open source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Cualquiera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Pay-as-you-go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API keys propias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Configuración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Fácil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Fácil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OpenCode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OpenCode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Propio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Demo: Configurar Zen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1. Ejecutar opencode en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2. Ejecutar /connect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3. Seleccionar OpenCode 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4. Seguir instrucciones en navegador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5. Pegar API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6. Ejecutar /models para ver modelos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Zen es la mejor opción para empezar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Go es ideal para modelos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BYOK para usuarios avanzados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