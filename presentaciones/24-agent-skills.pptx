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Clase 24: Agent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FCECD"/>
                </a:solidFill>
              </a:defRPr>
            </a:pPr>
            <a:r>
              <a:t>Módulo 24 | Duración: 1.5 horas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¿Qué son las Skills?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Instrucciones reutilizables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Descubiertas por agentes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Carga on-demand via tool skill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Archivos SKILL.md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Ubicaciones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47120" cy="5029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# Proyecto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.opencode/skills/&lt;name&gt;/SKILL.md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# Global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~/.config/opencode/skills/&lt;name&gt;/SKILL.md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# Claude-compatible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.claude/skills/&lt;name&gt;/SKILL.md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# Agent-compatible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.agents/skills/&lt;name&gt;/SKILL.md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Estructura SKILL.md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47120" cy="5029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---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name: git-release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description: Create consistent releases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license: MIT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compatibility: opencode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metadata: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audience: maintainers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---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## What I do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- Draft release notes from merged PRs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- Propose semantic version bumps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## When to use me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Use this when preparing tagged releases.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Permisos de Skills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47120" cy="5029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"permission": 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"skill": 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"*": "allow",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"internal-*": "deny",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"experimental-*": "ask"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}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}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Resumen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Skills: instrucciones reutilizables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SKILL.md con YAML frontmatter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Permisos granulares por skill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Carga on-demand eficiente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