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Clase 23: Agentes Custom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FCECD"/>
                </a:solidFill>
              </a:defRPr>
            </a:pPr>
            <a:r>
              <a:t>Módulo 23 | Duración: 1.5 horas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Estructura de Agente Custom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---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description: Performs security audits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mode: subagent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model: anthropic/claude-sonnet-4-5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temperature: 0.1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tools: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write: false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edit: false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bash: false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---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You are a security expert. Focus on identifying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potential security issues in the code.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Campos Disponibles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description: Descripción del agente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model: Modelo específico a usar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prompt: Prompt del sistema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temperature: Temperatura (0-1)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tools: Habilitar/deshabilitar tools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permission: Permisos específicos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mode: primary o subagent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Config en opencode.json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"agent": 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"code-reviewer": 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"description": "Reviews code for best practices",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"model": "anthropic/claude-sonnet-4-5",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"prompt": "You are a code reviewer.",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"tools": 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  "write": false,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  "edit": false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}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}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}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Agente por Defecto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Configurar: default_agent en opencode.json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Aplica a: TUI, CLI, desktop, GitHub Action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Fallback a build si no existe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Debe ser agente primario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Resumen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Agentes custom para tareas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YAML frontmatter o JSON en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Control total de tools y permisos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default_agent para cambio global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