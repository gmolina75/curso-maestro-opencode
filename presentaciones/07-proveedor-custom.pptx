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Clase 7: Proveedor Custom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FCECD"/>
                </a:solidFill>
              </a:defRPr>
            </a:pPr>
            <a:r>
              <a:t>Módulo 7 | Duración: 1 hora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Estructura de Proveedor Custom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"provider":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"mi-proveedor":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"npm": "@ai-sdk/openai-compatible",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"name": "Mi Proveedor",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"options":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  "baseURL": "https://mi-servidor.com/v1"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},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"models":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  "modelo-custom":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    "name": "Modelo Custom"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Gestión de Modelos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model: Modelo principal para tareas complejas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small_model: Modelo ligero para títulos y tareas menores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blacklist: Ocultar modelos específicos del selector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whitelist: Mostrar solo modelos específicos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Blacklist y Whitelist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"provider":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"anthropic":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"blacklist": ["claude-opus-4-20250514"],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"whitelist": ["claude-sonnet-4-20250514"]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Configuración de Timeouts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"provider":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"anthropic":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"options":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  "timeout": 600000,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  "chunkTimeout": 30000,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  "setCacheKey": true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Proveedores custom para proxies y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Gestionar modelos visibles con blacklist/whitelist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Optimizar timeouts según necesidades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