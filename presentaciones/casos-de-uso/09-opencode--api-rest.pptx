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API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APIs completas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Documentacion OpenAPI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Tests automaticos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una API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Interfaz de programacion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Endpoints HTTP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JSON como formato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Crear APIs completas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Autenticacion JWT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Documentacion Swagger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Tests de integracion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REST API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Express.js + TypeScript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JWT authentication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Input validation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Swagger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API mas rapida de crear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Documentacion actualizada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Tests comprehensivos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Seguridad integrada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