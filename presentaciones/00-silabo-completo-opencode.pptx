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>
                <a:solidFill>
                  <a:srgbClr val="3257B8"/>
                </a:solidFill>
                <a:latin typeface="Roboto Slab"/>
              </a:defRPr>
            </a:pPr>
            <a:r>
              <a:t>Silabo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5213F"/>
                </a:solidFill>
                <a:latin typeface="Roboto Slab"/>
              </a:defRPr>
            </a:pPr>
            <a:r>
              <a:t>Curso Maestro de OpenCode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5213F"/>
                </a:solidFill>
                <a:latin typeface="Roboto"/>
              </a:defRPr>
            </a:pPr>
            <a:r>
              <a:t>El Agente de IA de Codigo Abierto para Terminal, Escritorio y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Roboto"/>
              </a:defRPr>
            </a:pPr>
            <a:r>
              <a:t>31 Modulos | 160K+ GitHub Stars | 900+ Contribuidores | 7.5M Desarrolladores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Estructura del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1. Introduccion y Fundamentos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2. Configuracion de Proveedores y Modelos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3. Configuracion Avanzada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4. Interfaz de Usuario TUI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5. Herramientas Integradas (Tools)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6. Modos de Trabajo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7. Agentes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8. Agent Skills (SKILL.md)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9. AGENTS.md (Contexto)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10. MCP Servers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11. Custom Tools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12. Plugins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13. Permissions y Policies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14. LSP Servers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15. Formatters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16. Temas y Personalizacion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17. Comandos Custom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18. Integracion IDE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19. Integracion GitHub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20. Integracion GitLab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21. Flujo de Trabajo Plan + Build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22. Agentes Primarios y Subagentes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23. Agentes Custom Avanzados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24. Skills Avanzadas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25. AGENTS.md Profundo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26. MCP Avanzado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27. Custom Tools y Plugins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28. Integracion IDE Avanzada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29. Integracion GitHub Avanzada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30. Integracion GitLab Avanzada</a:t>
            </a:r>
          </a:p>
          <a:p>
            <a:pPr>
              <a:spcAft>
                <a:spcPts val="400"/>
              </a:spcAft>
              <a:defRPr sz="1000">
                <a:solidFill>
                  <a:srgbClr val="15213F"/>
                </a:solidFill>
                <a:latin typeface="Roboto"/>
              </a:defRPr>
            </a:pPr>
            <a:r>
              <a:t>31. Troubleshooting y Recursos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257B8"/>
                </a:solidFill>
                <a:latin typeface="Roboto Slab"/>
              </a:defRPr>
            </a:pPr>
            <a:r>
              <a:t>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5213F"/>
                </a:solidFill>
                <a:latin typeface="Roboto"/>
              </a:defRPr>
            </a:pPr>
            <a:r>
              <a:t>Modulos 1-6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Introduccion y Fundamentos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Que es OpenCode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Requisitos previos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Instalacion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Configuracion de Proveedores y Modelos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OpenCode Zen/Go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Proveedores principales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Proveedores cloud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Modelos locales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Configuracion Avanzada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Formato JSON/JSONC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Ubicaciones de config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Variables de entorno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Gestion remota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Interfaz de Usuario TUI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Navegacion basica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Slash commands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Atajos de teclado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Personalizacion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Herramientas Integradas (Tools)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Tools principales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Configuracion de permisos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Internals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Modos de Trabajo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Build mode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Plan mode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Flujo Plan -&gt; Build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257B8"/>
                </a:solidFill>
                <a:latin typeface="Roboto Slab"/>
              </a:defRPr>
            </a:pPr>
            <a:r>
              <a:t>Agentes y Herramientas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5213F"/>
                </a:solidFill>
                <a:latin typeface="Roboto"/>
              </a:defRPr>
            </a:pPr>
            <a:r>
              <a:t>Modulos 7-13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Agentes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Agentes primarios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Subagentes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Agentes custom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Agent Skills (SKILL.md)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Ubicacion de skills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Estructura SKILL.md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Permisos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AGENTS.md (Contexto)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Que es AGENTS.md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Contenido tipico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Uso automatico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MCP Servers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Que es MCP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MCP local/remoto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OAuth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Ejemplos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Custom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Definicion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Configuracion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Plugins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Que son plugins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Configuracion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Ejemplos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Permissions y Policies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Permisos de tools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Permisos de skills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Policies experimentales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257B8"/>
                </a:solidFill>
                <a:latin typeface="Roboto Slab"/>
              </a:defRPr>
            </a:pPr>
            <a:r>
              <a:t>Integracion y Configuracion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5213F"/>
                </a:solidFill>
                <a:latin typeface="Roboto"/>
              </a:defRPr>
            </a:pPr>
            <a:r>
              <a:t>Modulos 14-20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LSP Servers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Language Server Protocol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Configuracion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Herramienta LSP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Formatters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Configuracion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Formateadores built-in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Custom formatters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Temas y Personalizacion Visual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Temas de color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Atajos personalizados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Comandos Custom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Definicion en config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Archivos markdown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Integracion 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VS Code/Cursor/Windsurf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Atajos IDE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Context awareness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Integracion GitHub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GitHub Actions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Eventos soportados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Uso practico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Integracion GitLab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GitLab Duo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Self-hosted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Plugin GitLab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257B8"/>
                </a:solidFill>
                <a:latin typeface="Roboto Slab"/>
              </a:defRPr>
            </a:pPr>
            <a:r>
              <a:t>Temas Avanzados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5213F"/>
                </a:solidFill>
                <a:latin typeface="Roboto"/>
              </a:defRPr>
            </a:pPr>
            <a:r>
              <a:t>Modulos 21-31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Flujo de Trabajo Plan +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Combinacion de modos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Ejemplos practicos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Agentes Primarios y Subagentes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Arquitectura de agentes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Navegacion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Agentes Custom Avanzados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Configuracion avanzada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Casos de uso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Skills Avanzadas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Creacion de skills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Metadata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Compatibilidad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AGENTS.md Profundo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Instrucciones adicionales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Multi-directorio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MCP Avanzado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OAuth avanzado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Multiples servidores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Seguridad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Custom Tools y Plugins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Desarrollo de plugins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Integraciones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Integracion IDE Avanzada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Configuracion detallada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Multi-IDE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Integracion GitHub Avanzada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Workflows complejos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Automatizacion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Integracion GitLab Avanzada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Configuracion enterprise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CI/CD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257B8"/>
                </a:solidFill>
                <a:latin typeface="Roboto Slab"/>
              </a:defRPr>
            </a:pPr>
            <a: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57B8"/>
                </a:solidFill>
                <a:latin typeface="Roboto Slab"/>
              </a:defRPr>
            </a:pPr>
            <a:r>
              <a:t>Troubleshooting y Recursos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8046720" cy="365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Solucion de problemas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Recursos adicionales</a:t>
            </a:r>
          </a:p>
          <a:p>
            <a:pPr>
              <a:spcAft>
                <a:spcPts val="14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Comunidad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3257B8"/>
                </a:solidFill>
                <a:latin typeface="Roboto Slab"/>
              </a:defRPr>
            </a:pPr>
            <a:r>
              <a:t>Curso Maestro de OpenCode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5213F"/>
                </a:solidFill>
                <a:latin typeface="Roboto"/>
              </a:defRPr>
            </a:pPr>
            <a:r>
              <a:t>31 Modulos para Dominar OpenCode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Roboto"/>
              </a:defRPr>
            </a:pPr>
            <a:r>
              <a:t>opencode.ai | github.com/anomalyco/opencode | 160K+ Stars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