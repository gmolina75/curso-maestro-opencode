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2: Instalación de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2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Prerrequisitos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Terminal moderno: WezTerm, Alacritty, Ghostty, Kitty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API keys de proveedores LLM (o usar OpenCode Zen)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Conocimientos básicos de línea de comandos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Git (recomendado)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Instalación Recomendada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curl -fsSL https://opencode.ai/install | bash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Instalación con Node.js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2104" y="1819656"/>
            <a:ext cx="1059789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npm</a:t>
            </a:r>
            <a:endParaRPr dirty="0"/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 err="1"/>
              <a:t>npm</a:t>
            </a:r>
            <a:r>
              <a:rPr dirty="0"/>
              <a:t> install -g </a:t>
            </a:r>
            <a:r>
              <a:rPr dirty="0" err="1"/>
              <a:t>opencode</a:t>
            </a:r>
            <a:r>
              <a:rPr dirty="0"/>
              <a:t>-ai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endParaRPr dirty="0"/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/>
              <a:t># bun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/>
              <a:t>bun install -g </a:t>
            </a:r>
            <a:r>
              <a:rPr dirty="0" err="1"/>
              <a:t>opencode</a:t>
            </a:r>
            <a:r>
              <a:rPr dirty="0"/>
              <a:t>-ai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endParaRPr dirty="0"/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pnpm</a:t>
            </a:r>
            <a:endParaRPr dirty="0"/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 err="1"/>
              <a:t>pnpm</a:t>
            </a:r>
            <a:r>
              <a:rPr dirty="0"/>
              <a:t> install -g </a:t>
            </a:r>
            <a:r>
              <a:rPr dirty="0" err="1"/>
              <a:t>opencode</a:t>
            </a:r>
            <a:r>
              <a:rPr dirty="0"/>
              <a:t>-ai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endParaRPr dirty="0"/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/>
              <a:t># yarn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rPr dirty="0"/>
              <a:t>yarn global add </a:t>
            </a:r>
            <a:r>
              <a:rPr dirty="0" err="1"/>
              <a:t>opencode</a:t>
            </a:r>
            <a:r>
              <a:rPr dirty="0"/>
              <a:t>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Instalación con Homebrew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brew install anomalyco/tap/opencode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Instalación en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Chocolatey: choco install 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Scoop: scoop install 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Mise: mise use -g github:anomalyco/opencode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Docker: docker run -it --rm ghcr.io/anomalyco/opencode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WSL (recomendado para mejor experiencia)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Verificación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opencode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Múltiples métodos de instalación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WSL recomendado para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Verificar siempre después de instalar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Giancarlo Molina</cp:lastModifiedBy>
  <cp:revision>2</cp:revision>
  <dcterms:created xsi:type="dcterms:W3CDTF">2013-01-27T09:14:16Z</dcterms:created>
  <dcterms:modified xsi:type="dcterms:W3CDTF">2026-08-02T23:31:26Z</dcterms:modified>
  <cp:category/>
</cp:coreProperties>
</file>