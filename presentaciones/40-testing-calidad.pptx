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notesMasterIdLst>
    <p:notesMasterId r:id="rId8"/>
  </p:notesMaster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customXml" Target="../customXml/item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&lt;!--pageType:final--&gt;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1333500" y="2286000"/>
            <a:ext cx="9525000" cy="762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Clase 40: Testing y Calidad de Código</a:t>
            </a:r>
          </a:p>
        </p:txBody>
      </p:sp>
      <p:sp>
        <p:nvSpPr>
          <p:cNvPr id="3" name="dsl:subtitle|s=$subtitle"/>
          <p:cNvSpPr txBox="1"/>
          <p:nvPr/>
        </p:nvSpPr>
        <p:spPr>
          <a:xfrm>
            <a:off x="1333500" y="3238500"/>
            <a:ext cx="9525000" cy="381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/>
            <a:r>
              <a:rPr sz="1500" noProof="1">
                <a:solidFill>
                  <a:srgbClr val="1F2937"/>
                </a:solidFill>
                <a:latin typeface="MiSans"/>
                <a:ea typeface="MiSans"/>
              </a:rPr>
              <a:t>Módulo 40 | Duración: 1.5 horas</a:t>
            </a:r>
          </a:p>
        </p:txBody>
      </p:sp>
      <p:sp>
        <p:nvSpPr>
          <p:cNvPr id="4" name="dsl:deco-line"/>
          <p:cNvSpPr/>
          <p:nvPr/>
        </p:nvSpPr>
        <p:spPr>
          <a:xfrm>
            <a:off x="5143500" y="3810000"/>
            <a:ext cx="1905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TDD con OpenCode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Red-Green-Refactor asistido por IA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Escribir tests primero, luego implementar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genera tests basados en requisitos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Iterar: tests fallan → implementar → tests pasan → refactor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Plan mode para diseñar suite de tests completa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Generación de Tests</a:t>
            </a:r>
          </a:p>
        </p:txBody>
      </p:sp>
      <p:sp>
        <p:nvSpPr>
          <p:cNvPr id="3" name="dsl:code|s=$code"/>
          <p:cNvSpPr txBox="1"/>
          <p:nvPr/>
        </p:nvSpPr>
        <p:spPr>
          <a:xfrm>
            <a:off x="762000" y="1333500"/>
            <a:ext cx="10477500" cy="2286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Generar tests para función existente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"Write unit tests for @src/utils/auth.ts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covering edge cases and error paths"</a:t>
            </a:r>
          </a:p>
          <a:p>
            <a:pPr algn="l">
              <a:lnSpc>
                <a:spcPct val="140000"/>
              </a:lnSpc>
            </a:pP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# Generar tests de integración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"Create integration tests for the /api/users</a:t>
            </a:r>
          </a:p>
          <a:p>
            <a:pPr algn="l">
              <a:lnSpc>
                <a:spcPct val="140000"/>
              </a:lnSpc>
            </a:pPr>
            <a:r>
              <a:rPr sz="1200" noProof="1">
                <a:solidFill>
                  <a:srgbClr val="374151"/>
                </a:solidFill>
                <a:latin typeface="MiSans"/>
                <a:ea typeface="MiSans"/>
              </a:rPr>
              <a:t> endpoints using the existing test setup"</a:t>
            </a:r>
          </a:p>
        </p:txBody>
      </p:sp>
      <p:sp>
        <p:nvSpPr>
          <p:cNvPr id="4" name="dsl:bullets|s=$bullet"/>
          <p:cNvSpPr txBox="1"/>
          <p:nvPr/>
        </p:nvSpPr>
        <p:spPr>
          <a:xfrm>
            <a:off x="762000" y="3810000"/>
            <a:ext cx="10477500" cy="2095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Especificar framework: Jest, Vitest, Pytest, Go test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Incluir casos edge y errores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Referenciar código fuente con @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Análisis de Cobertura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"Run test coverage and identify untested paths"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OpenCode puede interpretar reportes de cobertura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Sugerir tests adicionales para branches no cubiertos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Objetivo común: 80%+ cobertura en lógica crítica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No perseguir 100% ciegamente; priorizar calidad sobre cantidad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Revisión de Calidad</a:t>
            </a:r>
          </a:p>
        </p:txBody>
      </p:sp>
      <p:sp>
        <p:nvSpPr>
          <p:cNvPr id="3" name="dsl:bullets|s=$bullet"/>
          <p:cNvSpPr txBox="1"/>
          <p:nvPr/>
        </p:nvSpPr>
        <p:spPr>
          <a:xfrm>
            <a:off x="762000" y="1333500"/>
            <a:ext cx="10477500" cy="4572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Agente custom "code-reviewer" para revisión automática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Linter integration: ESLint, Ruff, golangci-lint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Type checking: TypeScript, mypy, Go vet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"Review this code for security best practices"</a:t>
            </a:r>
          </a:p>
          <a:p>
            <a:pPr algn="l" lvl="0" indent="-205740" marL="257175">
              <a:lnSpc>
                <a:spcPct val="160000"/>
              </a:lnSpc>
              <a:buChar char="•"/>
            </a:pPr>
            <a:r>
              <a:rPr sz="1350" noProof="1">
                <a:solidFill>
                  <a:srgbClr val="1F2937"/>
                </a:solidFill>
                <a:latin typeface="MiSans"/>
                <a:ea typeface="MiSans"/>
              </a:rPr>
              <a:t>Usar skills para estandarizar criterios de calidad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title|s=$title"/>
          <p:cNvSpPr txBox="1"/>
          <p:nvPr/>
        </p:nvSpPr>
        <p:spPr>
          <a:xfrm>
            <a:off x="762000" y="476250"/>
            <a:ext cx="10668000" cy="5715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b="1" sz="2700" noProof="1">
                <a:solidFill>
                  <a:srgbClr val="1E293B"/>
                </a:solidFill>
                <a:latin typeface="MiSans"/>
                <a:ea typeface="MiSans"/>
              </a:rPr>
              <a:t>Resumen</a:t>
            </a:r>
          </a:p>
        </p:txBody>
      </p:sp>
      <p:sp>
        <p:nvSpPr>
          <p:cNvPr id="3" name="dsl:checks|s=$check"/>
          <p:cNvSpPr txBox="1"/>
          <p:nvPr/>
        </p:nvSpPr>
        <p:spPr>
          <a:xfrm>
            <a:off x="762000" y="1524000"/>
            <a:ext cx="10477500" cy="4000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TDD asistido: red-green-refactor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Generar tests unitarios e integración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Analizar cobertura y cerrar gaps</a:t>
            </a:r>
          </a:p>
          <a:p>
            <a:pPr algn="l">
              <a:lnSpc>
                <a:spcPct val="160000"/>
              </a:lnSpc>
            </a:pP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✓</a:t>
            </a:r>
            <a:r>
              <a:rPr sz="1350" noProof="1">
                <a:solidFill>
                  <a:srgbClr val="10B981"/>
                </a:solidFill>
                <a:latin typeface="MiSans"/>
                <a:ea typeface="MiSans"/>
              </a:rPr>
              <a:t> Agentes custom para code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DslMetadata>
  <Colors>
    <Color name="primary" value="#2563EB"/>
    <Color name="secondary" value="#1E293B"/>
    <Color name="accent" value="#10B981"/>
    <Color name="background" value="#FFFFFF"/>
    <Color name="text" value="#1F2937"/>
    <Color name="lightGray" value="#F3F4F6"/>
    <Color name="border" value="#E5E7EB"/>
  </Colors>
  <TextStyles>
    <TextStyle name="title" font_size="36.0" color="$secondary" font_family="MiSans"/>
    <TextStyle name="subtitle" font_size="20.0" color="$text" font_family="MiSans"/>
    <TextStyle name="body" font_size="18.0" color="$text" font_family="MiSans" line_height="1.6"/>
    <TextStyle name="code" font_size="16.0" color="#374151" font_family="MiSans" line_height="1.4"/>
    <TextStyle name="bullet" font_size="18.0" color="$text" font_family="MiSans" line_height="1.6"/>
    <TextStyle name="check" font_size="18.0" color="$accent" font_family="MiSans" line_height="1.6"/>
  </TextStyles>
</DslMetadata>
</file>

<file path=customXml/itemProps1.xml><?xml version="1.0" encoding="utf-8"?>
<ns0:datastoreItem xmlns:ns0="http://schemas.openxmlformats.org/officeDocument/2006/customXml" ns0:itemID="{00B637EB-0E42-4DF8-9196-546B557CC7E1}">
  <ns0:schemaRefs/>
</ns0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