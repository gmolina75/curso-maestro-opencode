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22: Agentes Primarios y Subagentes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22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Agentes Primarios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build (default): Acceso completo a tools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plan: Solo lectura, análisis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Cambio con Tab o keybind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Interacción directa con el usuario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Subagentes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Ejecución en sesiones child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Invocación automática por primarios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Invocación manual con @mention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Profundidad configurable (default: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Invocación de Subagentes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Invocación manual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@general help me search for this function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El subagente crea una child session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Trabaja de forma independiente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Retorna resultados al agente primario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Navegación entre Sesiones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Leader+Down: Entrar a child session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Right: Ciclar a siguiente child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Left: Ciclar a child anterior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Up: Volver a parent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Primarios: build 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Subagentes: tareas especializadas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@mention para invocación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Navegación con atajos de teclado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