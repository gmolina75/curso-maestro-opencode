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Clase 13: Comandos Slash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FCECD"/>
                </a:solidFill>
              </a:defRPr>
            </a:pPr>
            <a:r>
              <a:t>Módulo 13 | Duración: 1.5 horas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Comandos de Sesión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/new (/clear): Nueva sesión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/sessions (/resume, /continue): Listar sesiones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/compact (/summarize): Compactar contexto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/share: Compartir conversación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/unshare: Revocar enlace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/export: Exportar a Markdown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Comandos de Deshacer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/undo: Deshacer último mensaje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/redo: Rehacer mensaje deshecho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Múltiples undo/redo soportados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Requiere git repository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Comandos de Proveedor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/connect: Agregar/actualizar credenciales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/models: Cambiar modelo activo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Acceso rápido desde el TUI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Comandos de Inicialización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/init: Crear/actualizar AGENTS.md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/init-deep: Inicialización profunda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Analiza estructura del proyecto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Crea contexto para el agente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11E1E"/>
                </a:solidFill>
              </a:defRPr>
            </a:pPr>
            <a:r>
              <a:t>Comandos de Navegación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188720"/>
            <a:ext cx="10972800" cy="45720"/>
          </a:xfrm>
          <a:prstGeom prst="rect">
            <a:avLst/>
          </a:prstGeom>
          <a:solidFill>
            <a:srgbClr val="6563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/help: Mostrar ayuda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/details: Toggle detalles de ejecución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/thinking: Toggle proceso de razonamiento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/themes: Listar temas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/editor: Abrir editor externo</a:t>
            </a:r>
          </a:p>
          <a:p>
            <a:pPr>
              <a:spcAft>
                <a:spcPts val="1200"/>
              </a:spcAft>
              <a:defRPr sz="2000">
                <a:solidFill>
                  <a:srgbClr val="211E1E"/>
                </a:solidFill>
              </a:defRPr>
            </a:pPr>
            <a:r>
              <a:t>• /exit: Salir de OpenCode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11E1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Resumen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20+ slash commands disponibles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/init esencial para cada proyecto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/compact para gestión de contexto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10058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4EC9B0"/>
                </a:solidFill>
              </a:defRPr>
            </a:pPr>
            <a:r>
              <a:t>✓ /undo/redo para deshacer cambios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