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  <p:bold r:id="rId14"/>
    </p:embeddedFont>
    <p:embeddedFont>
      <p:font typeface="Roboto Bold" panose="02000000000000000000" pitchFamily="2" charset="0"/>
      <p:regular r:id="rId15"/>
      <p:bold r:id="rId16"/>
    </p:embeddedFont>
    <p:embeddedFont>
      <p:font typeface="Roboto Slab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41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1973-ECCF-63D0-C848-358EFD932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EA306-5F3A-3810-13E2-DD1E36CBB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29AF9-9271-6BA4-E119-3E0D0C08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31D9A-4DCC-FDBF-CDD3-DD36CDA2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9296A-AFC8-0304-5687-5AEA33A4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992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5D0D-AD81-470C-AF65-2F37AAF2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BC69-05EA-DC13-B799-6E3BC0470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9BDE-FEED-D982-F2B5-D0A48E6A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E8C17-4EC7-2317-D5E0-3CC1BE24E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7CEF7-58F5-F48E-9F76-2F508CD9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272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E51F-BAF7-A1F7-752B-E2FC78A3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9F4F2-AE98-B7A7-DF9D-A6486A11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77C90-6289-F979-F46A-43B5FBD5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0A799-FD75-C8E3-BAE3-1BEF312F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6BDF2-BC03-EE73-F263-CDCB15FF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009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A6B5-69BF-9854-69F9-3C4BC9E88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C649-383E-007A-658D-C6F46EE98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50941-760D-C12B-8A38-02DBE68FD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50C1B-DE56-EC35-D2EC-AA900F4E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B8B7E-4F1B-853E-39AC-55DFACFB1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B5DC7-1090-F404-F9DA-93AD68CD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505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6A28-DFBC-6D73-52F4-FF26CB71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D14D7-856F-0DFB-8042-1706927E9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7512F-08E2-5520-3448-3ED861B42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909C6-7B64-9115-DCA5-472A7483D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F26D3-71AC-2A3D-20C9-74164AE33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C9D56-B177-A0B0-7D54-96B2A4945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59510-9DC3-D0EA-D12F-5B88AA1B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DB02F-5156-D9E2-85EE-CE4DDBC8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52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3A57-E352-9B08-ABD8-D67250CF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B4EF-1AE9-8D5D-550A-A136FB7B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96537-70BB-A85A-E633-03100E72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02931-2BFF-D39D-0E24-63EFD39F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281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348AD-72B6-5D24-CCB1-0C930211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8421B8-A265-717B-31EF-6BA25883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3D412-700E-1B10-4358-2B3453CF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2501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5FD9-CD1B-DF7F-8BB6-5217CFD7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1CD36-AD30-2B78-B4FD-1FD18D46D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F63C6-C2C7-A02A-9B0B-FFC0988B2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C8B68-9B98-5F9E-0923-0EF6FE75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D2B69-9B84-766C-8E4D-77449112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B872E-8565-18D4-0109-BB2B6897B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816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50FE4-5D00-1C74-CD6B-C5F10061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E1909-9B2B-2A70-F64D-404791F0C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7626F-90B8-AB19-7E74-F4538A9B8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E2BE-FF02-068C-DA98-56205BFF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FF593-A47A-1C14-75A8-8864213A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3EC33-19D6-D441-86C6-B5EF965C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346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A8F9-F362-6F14-80A3-74EAB6A5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CE9F1-F219-9F10-983E-A2AAF1D91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605E9-5B28-B172-13F6-2C7EF619D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F9671-F3E7-F436-4A20-2964B4C8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068C3-B4CD-82AA-74A0-C0EFA237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062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02CEB-0593-BE82-E8EA-5D96DD0F9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8232A-F84B-81CE-B1DC-989004795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AAEF3-4964-5710-6BD1-F1ADC38A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16359-95F1-A52D-F386-5C2B6B0E9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53EB5-77CA-56E5-AD1D-32C94898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17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85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F6223-CCAC-8799-C041-5DF680FC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D254D-53F1-539A-478A-C1A5C5C80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462D3-5E50-998D-318F-A53E33E01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5D66B-E5C0-42B6-97AB-7455F2D102F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D347-7D43-C474-E274-B73FDAE36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AE84E-F195-3810-4959-609FF1209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A6531-6B2D-4307-BAD9-C2A879B73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8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522982"/>
            <a:ext cx="4634954" cy="306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Plataforma Tecnológica de Supervisión y Control de la Gestión en territorio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540023" y="3786634"/>
            <a:ext cx="4634954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Convierte a tu Equipo de operaciones y/o venta en una máquina de productividad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023" y="4382244"/>
            <a:ext cx="227558" cy="227558"/>
          </a:xfrm>
          <a:prstGeom prst="ellipse">
            <a:avLst/>
          </a:prstGeom>
          <a:noFill/>
          <a:ln w="476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85" y="4387007"/>
            <a:ext cx="218033" cy="2180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646" y="4371529"/>
            <a:ext cx="2119164" cy="248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Giancarlo Molina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80045"/>
            <a:ext cx="4634954" cy="1130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Convierte a tu Equipo de operaciones y/o venta en una máquina de productividad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69023" y="1751335"/>
            <a:ext cx="271239" cy="2712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14192" y="1773920"/>
            <a:ext cx="180826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334396" y="1792709"/>
            <a:ext cx="4269581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Optimización de Rutas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334396" y="2037531"/>
            <a:ext cx="4269581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y Control de Rutas de su Fuerza Operativa fuera de oficina.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69023" y="2397621"/>
            <a:ext cx="271239" cy="2712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14192" y="2420206"/>
            <a:ext cx="180826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34396" y="2438995"/>
            <a:ext cx="4269581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Supervisión Eficaz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334396" y="2683818"/>
            <a:ext cx="4269581" cy="515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de rutas y asignación de tareas para los supervisores encargados del censo inicial para recopilación de información y posteriormente para el personal técnico en territorio que continúe con esta tarea.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69023" y="3387403"/>
            <a:ext cx="271239" cy="2712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014192" y="3409987"/>
            <a:ext cx="180826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334396" y="3428777"/>
            <a:ext cx="4269581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Control de Calidad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334396" y="3673599"/>
            <a:ext cx="4269581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de supervisión que incluya la revisión de datos y la verificación de la calidad de la información recopilada.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69023" y="4205436"/>
            <a:ext cx="271239" cy="2712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014192" y="4228021"/>
            <a:ext cx="180826" cy="2259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34396" y="4246811"/>
            <a:ext cx="4269581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Transaccionalidad Móvil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334396" y="4491633"/>
            <a:ext cx="4269581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774701"/>
            <a:ext cx="4634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PLANIFICACIÓN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13556" y="2488332"/>
            <a:ext cx="19050" cy="880467"/>
          </a:xfrm>
          <a:prstGeom prst="roundRect">
            <a:avLst>
              <a:gd name="adj" fmla="val 50000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68077" y="2652340"/>
            <a:ext cx="462855" cy="19050"/>
          </a:xfrm>
          <a:prstGeom prst="roundRect">
            <a:avLst>
              <a:gd name="adj" fmla="val 50000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9986" y="2488332"/>
            <a:ext cx="347142" cy="347142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7805" y="2517204"/>
            <a:ext cx="23142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85081" y="2541315"/>
            <a:ext cx="3689896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Planificación de Rutas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85081" y="2874987"/>
            <a:ext cx="3689896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y Control de Rutas de su Fuerza Operativa fuera de oficina.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253430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0023" y="2121322"/>
            <a:ext cx="38437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Planificación de Rutas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0023" y="2516684"/>
            <a:ext cx="3843784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de rutas y asignación de tareas para los supervisores encargados del censo inicial para recopilación de información y posteriormente para el personal técnico en territorio que continúe con esta tarea.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4956" y="2121322"/>
            <a:ext cx="384378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Supervisión de Datos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4956" y="2516684"/>
            <a:ext cx="384378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de supervisión que incluya la revisión de datos y la verificación de la calidad de la información recopilada.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47303"/>
            <a:ext cx="8063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TRANSACCIONALIDAD MÓVIL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0023" y="1238101"/>
            <a:ext cx="2585145" cy="88909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283" y="1392362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Facturación /Auto venta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283" y="1726034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9428" y="1238101"/>
            <a:ext cx="2585145" cy="88909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33688" y="1392362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/ Preventa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33688" y="1726034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8833" y="1238101"/>
            <a:ext cx="2585145" cy="889099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3093" y="1392362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Canjes / Devoluciones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3093" y="1726034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0023" y="2281461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283" y="2435721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Cartera / Recaudos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283" y="2769394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9428" y="2281461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33688" y="2435721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Despachos / Entregas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3688" y="2769394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8833" y="2281461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3093" y="2435721"/>
            <a:ext cx="227662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Formularios o Recolección de Datos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3093" y="3010495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0023" y="3565922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283" y="3720182"/>
            <a:ext cx="227662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Tickets de Gestión o atención al cliente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283" y="4294956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79428" y="3565922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33688" y="3720182"/>
            <a:ext cx="227662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Otras tareas y Justificaciones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33688" y="4294956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18833" y="3565922"/>
            <a:ext cx="2585145" cy="1130201"/>
          </a:xfrm>
          <a:prstGeom prst="roundRect">
            <a:avLst>
              <a:gd name="adj" fmla="val 204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3093" y="3720182"/>
            <a:ext cx="227662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Indicadores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73093" y="4053855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048048"/>
            <a:ext cx="4634954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FACTURACION - AUTOVENTA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3" y="2243882"/>
            <a:ext cx="771525" cy="9257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5808" y="2398142"/>
            <a:ext cx="370916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Facturación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465808" y="2731815"/>
            <a:ext cx="370916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23" y="3169667"/>
            <a:ext cx="771525" cy="9257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5808" y="3323927"/>
            <a:ext cx="370916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Autoventa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465808" y="3657600"/>
            <a:ext cx="370916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289149"/>
            <a:ext cx="4634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 - PREVENTA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023" y="2002780"/>
            <a:ext cx="771525" cy="9257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94808" y="2157040"/>
            <a:ext cx="370916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Pedidos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894808" y="2490713"/>
            <a:ext cx="370916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023" y="2928565"/>
            <a:ext cx="771525" cy="9257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94808" y="3082826"/>
            <a:ext cx="370916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Preventa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894808" y="3416498"/>
            <a:ext cx="370916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635323"/>
            <a:ext cx="4634954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RECAUDO O COBRANZA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9023" y="2348954"/>
            <a:ext cx="385763" cy="38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9023" y="2927598"/>
            <a:ext cx="463495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Cobranza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969023" y="3261271"/>
            <a:ext cx="46349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Lleve su negocio frente al cliente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081162"/>
            <a:ext cx="4634954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DESPACHOS O ENTREGAS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0023" y="2276996"/>
            <a:ext cx="4634954" cy="1785342"/>
          </a:xfrm>
          <a:prstGeom prst="roundRect">
            <a:avLst>
              <a:gd name="adj" fmla="val 1296"/>
            </a:avLst>
          </a:prstGeom>
          <a:noFill/>
          <a:ln w="9525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9548" y="2286521"/>
            <a:ext cx="4615904" cy="441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3808" y="2383854"/>
            <a:ext cx="47645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Facilidad para gestionar la entrega de paquetes a sus clientes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9548" y="2728094"/>
            <a:ext cx="4615904" cy="441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3808" y="2825428"/>
            <a:ext cx="47645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gestión de la carga de su camión.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9548" y="3169667"/>
            <a:ext cx="4615904" cy="441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3808" y="3267001"/>
            <a:ext cx="47645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Ubicación de su cliente para gestionar ruta optima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9548" y="3611240"/>
            <a:ext cx="4615904" cy="4415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3808" y="3708574"/>
            <a:ext cx="47645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Entrega de mercadería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8383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2383036"/>
            <a:ext cx="8063954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RECOLECCIÓN DE DATOS / FORMULARIOS O ENCUESTAS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23" y="3512418"/>
            <a:ext cx="367680" cy="367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23" y="4055269"/>
            <a:ext cx="25711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Recolección de Datos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0023" y="4369147"/>
            <a:ext cx="2571155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Fácilmente configurable a la necesidad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6348" y="3512418"/>
            <a:ext cx="367680" cy="367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86348" y="4055269"/>
            <a:ext cx="2571229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Formularios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286348" y="4369147"/>
            <a:ext cx="2571229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Fácilmente configurable a la necesidad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748" y="3512418"/>
            <a:ext cx="367680" cy="3676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32748" y="4055269"/>
            <a:ext cx="25711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Encuestas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032748" y="4369147"/>
            <a:ext cx="2571155" cy="229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Fácilmente configurable a la necesidad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412</Words>
  <Application>Microsoft Office PowerPoint</Application>
  <PresentationFormat>On-screen Show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Slab</vt:lpstr>
      <vt:lpstr>Roboto Bold</vt:lpstr>
      <vt:lpstr>Aptos</vt:lpstr>
      <vt:lpstr>Roboto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Giancarlo Molina</cp:lastModifiedBy>
  <cp:revision>2</cp:revision>
  <dcterms:created xsi:type="dcterms:W3CDTF">2026-08-02T20:47:10Z</dcterms:created>
  <dcterms:modified xsi:type="dcterms:W3CDTF">2026-08-02T20:48:18Z</dcterms:modified>
</cp:coreProperties>
</file>