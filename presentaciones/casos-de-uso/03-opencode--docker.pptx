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OpenCode + Docker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Dockerfiles optimizados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Docker-compose completo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Seguridad integrada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Que es Docker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Plataforma de contenedores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Empaquetar aplicaciones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Despliegue consistente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Casos de Uso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Crear Dockerfiles multi-stage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Docker-compose con servicios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Optimizar imagenes existentes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.dockerignore apropiado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Ejemplo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@opencode Create multi-stage Dockerfile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Node.js 20 backend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Multi-stage for smaller image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Non-root user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Health checks included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Beneficios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Imagenes 40-60% mas pequenas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Mejores practicas de seguridad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Configuracion consistente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Menos debugging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