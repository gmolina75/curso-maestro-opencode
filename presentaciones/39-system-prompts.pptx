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notesMasterIdLst>
    <p:notesMasterId r:id="rId8"/>
  </p:notesMaster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customXml" Target="../customXml/item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&lt;!--pageType:cover--&gt;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&lt;!--pageType:final--&gt;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itle|s=$title"/>
          <p:cNvSpPr txBox="1"/>
          <p:nvPr/>
        </p:nvSpPr>
        <p:spPr>
          <a:xfrm>
            <a:off x="1333500" y="2286000"/>
            <a:ext cx="9525000" cy="762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b="1" sz="2700" noProof="1">
                <a:solidFill>
                  <a:srgbClr val="1E293B"/>
                </a:solidFill>
                <a:latin typeface="MiSans"/>
                <a:ea typeface="MiSans"/>
              </a:rPr>
              <a:t>Clase 39: Personalización de System Prompts</a:t>
            </a:r>
          </a:p>
        </p:txBody>
      </p:sp>
      <p:sp>
        <p:nvSpPr>
          <p:cNvPr id="3" name="dsl:subtitle|s=$subtitle"/>
          <p:cNvSpPr txBox="1"/>
          <p:nvPr/>
        </p:nvSpPr>
        <p:spPr>
          <a:xfrm>
            <a:off x="1333500" y="3238500"/>
            <a:ext cx="9525000" cy="381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500" noProof="1">
                <a:solidFill>
                  <a:srgbClr val="1F2937"/>
                </a:solidFill>
                <a:latin typeface="MiSans"/>
                <a:ea typeface="MiSans"/>
              </a:rPr>
              <a:t>Módulo 39 | Duración: 1 hora</a:t>
            </a:r>
          </a:p>
        </p:txBody>
      </p:sp>
      <p:sp>
        <p:nvSpPr>
          <p:cNvPr id="4" name="dsl:deco-line"/>
          <p:cNvSpPr/>
          <p:nvPr/>
        </p:nvSpPr>
        <p:spPr>
          <a:xfrm>
            <a:off x="5143500" y="3810000"/>
            <a:ext cx="19050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itle|s=$title"/>
          <p:cNvSpPr txBox="1"/>
          <p:nvPr/>
        </p:nvSpPr>
        <p:spPr>
          <a:xfrm>
            <a:off x="762000" y="476250"/>
            <a:ext cx="10668000" cy="5715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b="1" sz="2700" noProof="1">
                <a:solidFill>
                  <a:srgbClr val="1E293B"/>
                </a:solidFill>
                <a:latin typeface="MiSans"/>
                <a:ea typeface="MiSans"/>
              </a:rPr>
              <a:t>¿Qué son System Prompts?</a:t>
            </a:r>
          </a:p>
        </p:txBody>
      </p:sp>
      <p:sp>
        <p:nvSpPr>
          <p:cNvPr id="3" name="dsl:bullets|s=$bullet"/>
          <p:cNvSpPr txBox="1"/>
          <p:nvPr/>
        </p:nvSpPr>
        <p:spPr>
          <a:xfrm>
            <a:off x="762000" y="1333500"/>
            <a:ext cx="10477500" cy="4572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 lvl="0" indent="-205740" marL="257175">
              <a:lnSpc>
                <a:spcPct val="16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Instrucciones de alto nivel que definen el comportamiento del agente</a:t>
            </a:r>
          </a:p>
          <a:p>
            <a:pPr algn="l" lvl="0" indent="-205740" marL="257175">
              <a:lnSpc>
                <a:spcPct val="16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Se envían en cada interacción con el modelo</a:t>
            </a:r>
          </a:p>
          <a:p>
            <a:pPr algn="l" lvl="0" indent="-205740" marL="257175">
              <a:lnSpc>
                <a:spcPct val="16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Determinan tono, estilo, restricciones y capacidades</a:t>
            </a:r>
          </a:p>
          <a:p>
            <a:pPr algn="l" lvl="0" indent="-205740" marL="257175">
              <a:lnSpc>
                <a:spcPct val="16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Diferentes de los user prompts (lo que escribes tú)</a:t>
            </a:r>
          </a:p>
          <a:p>
            <a:pPr algn="l" lvl="0" indent="-205740" marL="257175">
              <a:lnSpc>
                <a:spcPct val="16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Personalizarlos = mejores resultados específicos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itle|s=$title"/>
          <p:cNvSpPr txBox="1"/>
          <p:nvPr/>
        </p:nvSpPr>
        <p:spPr>
          <a:xfrm>
            <a:off x="762000" y="476250"/>
            <a:ext cx="10668000" cy="5715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b="1" sz="2700" noProof="1">
                <a:solidFill>
                  <a:srgbClr val="1E293B"/>
                </a:solidFill>
                <a:latin typeface="MiSans"/>
                <a:ea typeface="MiSans"/>
              </a:rPr>
              <a:t>Personalización en Config</a:t>
            </a:r>
          </a:p>
        </p:txBody>
      </p:sp>
      <p:sp>
        <p:nvSpPr>
          <p:cNvPr id="3" name="dsl:code|s=$code"/>
          <p:cNvSpPr txBox="1"/>
          <p:nvPr/>
        </p:nvSpPr>
        <p:spPr>
          <a:xfrm>
            <a:off x="762000" y="1333500"/>
            <a:ext cx="10477500" cy="2286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200" noProof="1">
                <a:solidFill>
                  <a:srgbClr val="374151"/>
                </a:solidFill>
                <a:latin typeface="MiSans"/>
                <a:ea typeface="MiSans"/>
              </a:rPr>
              <a:t>{</a:t>
            </a:r>
          </a:p>
          <a:p>
            <a:pPr algn="l">
              <a:lnSpc>
                <a:spcPct val="140000"/>
              </a:lnSpc>
            </a:pPr>
            <a:r>
              <a:rPr sz="1200" noProof="1">
                <a:solidFill>
                  <a:srgbClr val="374151"/>
                </a:solidFill>
                <a:latin typeface="MiSans"/>
                <a:ea typeface="MiSans"/>
              </a:rPr>
              <a:t>  "agent": {</a:t>
            </a:r>
          </a:p>
          <a:p>
            <a:pPr algn="l">
              <a:lnSpc>
                <a:spcPct val="140000"/>
              </a:lnSpc>
            </a:pPr>
            <a:r>
              <a:rPr sz="1200" noProof="1">
                <a:solidFill>
                  <a:srgbClr val="374151"/>
                </a:solidFill>
                <a:latin typeface="MiSans"/>
                <a:ea typeface="MiSans"/>
              </a:rPr>
              <a:t>    "default": {</a:t>
            </a:r>
          </a:p>
          <a:p>
            <a:pPr algn="l">
              <a:lnSpc>
                <a:spcPct val="140000"/>
              </a:lnSpc>
            </a:pPr>
            <a:r>
              <a:rPr sz="1200" noProof="1">
                <a:solidFill>
                  <a:srgbClr val="374151"/>
                </a:solidFill>
                <a:latin typeface="MiSans"/>
                <a:ea typeface="MiSans"/>
              </a:rPr>
              <a:t>      "prompt": "You are an expert Go developer.</a:t>
            </a:r>
          </a:p>
          <a:p>
            <a:pPr algn="l">
              <a:lnSpc>
                <a:spcPct val="140000"/>
              </a:lnSpc>
            </a:pPr>
            <a:r>
              <a:rPr sz="1200" noProof="1">
                <a:solidFill>
                  <a:srgbClr val="374151"/>
                </a:solidFill>
                <a:latin typeface="MiSans"/>
                <a:ea typeface="MiSans"/>
              </a:rPr>
              <a:t>                Always add tests for new code.</a:t>
            </a:r>
          </a:p>
          <a:p>
            <a:pPr algn="l">
              <a:lnSpc>
                <a:spcPct val="140000"/>
              </a:lnSpc>
            </a:pPr>
            <a:r>
              <a:rPr sz="1200" noProof="1">
                <a:solidFill>
                  <a:srgbClr val="374151"/>
                </a:solidFill>
                <a:latin typeface="MiSans"/>
                <a:ea typeface="MiSans"/>
              </a:rPr>
              <a:t>                Prefer composition over inheritance."</a:t>
            </a:r>
          </a:p>
          <a:p>
            <a:pPr algn="l">
              <a:lnSpc>
                <a:spcPct val="140000"/>
              </a:lnSpc>
            </a:pPr>
            <a:r>
              <a:rPr sz="1200" noProof="1">
                <a:solidFill>
                  <a:srgbClr val="374151"/>
                </a:solidFill>
                <a:latin typeface="MiSans"/>
                <a:ea typeface="MiSans"/>
              </a:rPr>
              <a:t>    }</a:t>
            </a:r>
          </a:p>
          <a:p>
            <a:pPr algn="l">
              <a:lnSpc>
                <a:spcPct val="140000"/>
              </a:lnSpc>
            </a:pPr>
            <a:r>
              <a:rPr sz="1200" noProof="1">
                <a:solidFill>
                  <a:srgbClr val="374151"/>
                </a:solidFill>
                <a:latin typeface="MiSans"/>
                <a:ea typeface="MiSans"/>
              </a:rPr>
              <a:t>  }</a:t>
            </a:r>
          </a:p>
          <a:p>
            <a:pPr algn="l">
              <a:lnSpc>
                <a:spcPct val="140000"/>
              </a:lnSpc>
            </a:pPr>
            <a:r>
              <a:rPr sz="1200" noProof="1">
                <a:solidFill>
                  <a:srgbClr val="374151"/>
                </a:solidFill>
                <a:latin typeface="MiSans"/>
                <a:ea typeface="MiSans"/>
              </a:rPr>
              <a:t>}</a:t>
            </a:r>
          </a:p>
        </p:txBody>
      </p:sp>
      <p:sp>
        <p:nvSpPr>
          <p:cNvPr id="4" name="dsl:bullets|s=$bullet"/>
          <p:cNvSpPr txBox="1"/>
          <p:nvPr/>
        </p:nvSpPr>
        <p:spPr>
          <a:xfrm>
            <a:off x="762000" y="3810000"/>
            <a:ext cx="10477500" cy="2095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 lvl="0" indent="-205740" marL="257175">
              <a:lnSpc>
                <a:spcPct val="16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Campo </a:t>
            </a: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prompt</a:t>
            </a: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 en definición de agente</a:t>
            </a:r>
          </a:p>
          <a:p>
            <a:pPr algn="l" lvl="0" indent="-205740" marL="257175">
              <a:lnSpc>
                <a:spcPct val="16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También en </a:t>
            </a: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AGENTS.md</a:t>
            </a: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 para contexto de proyecto</a:t>
            </a:r>
          </a:p>
          <a:p>
            <a:pPr algn="l" lvl="0" indent="-205740" marL="257175">
              <a:lnSpc>
                <a:spcPct val="16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Array </a:t>
            </a: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instructions</a:t>
            </a: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 para múltiples archivos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itle|s=$title"/>
          <p:cNvSpPr txBox="1"/>
          <p:nvPr/>
        </p:nvSpPr>
        <p:spPr>
          <a:xfrm>
            <a:off x="762000" y="476250"/>
            <a:ext cx="10668000" cy="5715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b="1" sz="2700" noProof="1">
                <a:solidFill>
                  <a:srgbClr val="1E293B"/>
                </a:solidFill>
                <a:latin typeface="MiSans"/>
                <a:ea typeface="MiSans"/>
              </a:rPr>
              <a:t>Técnicas de Prompt Engineering</a:t>
            </a:r>
          </a:p>
        </p:txBody>
      </p:sp>
      <p:sp>
        <p:nvSpPr>
          <p:cNvPr id="3" name="dsl:bullets|s=$bullet"/>
          <p:cNvSpPr txBox="1"/>
          <p:nvPr/>
        </p:nvSpPr>
        <p:spPr>
          <a:xfrm>
            <a:off x="762000" y="1333500"/>
            <a:ext cx="10477500" cy="4572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 lvl="0" indent="-205740" marL="257175">
              <a:lnSpc>
                <a:spcPct val="160000"/>
              </a:lnSpc>
              <a:buChar char="•"/>
            </a:pPr>
            <a:r>
              <a:rPr b="1" sz="1350" noProof="1">
                <a:solidFill>
                  <a:srgbClr val="1F2937"/>
                </a:solidFill>
                <a:latin typeface="MiSans"/>
                <a:ea typeface="MiSans"/>
              </a:rPr>
              <a:t>Role prompting:</a:t>
            </a: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 "You are a senior React architect..."</a:t>
            </a:r>
          </a:p>
          <a:p>
            <a:pPr algn="l" lvl="0" indent="-205740" marL="257175">
              <a:lnSpc>
                <a:spcPct val="160000"/>
              </a:lnSpc>
              <a:buChar char="•"/>
            </a:pPr>
            <a:r>
              <a:rPr b="1" sz="1350" noProof="1">
                <a:solidFill>
                  <a:srgbClr val="1F2937"/>
                </a:solidFill>
                <a:latin typeface="MiSans"/>
                <a:ea typeface="MiSans"/>
              </a:rPr>
              <a:t>Few-shot:</a:t>
            </a: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 Incluir ejemplos de código deseado</a:t>
            </a:r>
          </a:p>
          <a:p>
            <a:pPr algn="l" lvl="0" indent="-205740" marL="257175">
              <a:lnSpc>
                <a:spcPct val="160000"/>
              </a:lnSpc>
              <a:buChar char="•"/>
            </a:pPr>
            <a:r>
              <a:rPr b="1" sz="1350" noProof="1">
                <a:solidFill>
                  <a:srgbClr val="1F2937"/>
                </a:solidFill>
                <a:latin typeface="MiSans"/>
                <a:ea typeface="MiSans"/>
              </a:rPr>
              <a:t>Chain-of-thought:</a:t>
            </a: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 Pedir razonamiento paso a paso</a:t>
            </a:r>
          </a:p>
          <a:p>
            <a:pPr algn="l" lvl="0" indent="-205740" marL="257175">
              <a:lnSpc>
                <a:spcPct val="160000"/>
              </a:lnSpc>
              <a:buChar char="•"/>
            </a:pPr>
            <a:r>
              <a:rPr b="1" sz="1350" noProof="1">
                <a:solidFill>
                  <a:srgbClr val="1F2937"/>
                </a:solidFill>
                <a:latin typeface="MiSans"/>
                <a:ea typeface="MiSans"/>
              </a:rPr>
              <a:t>Constraints:</a:t>
            </a: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 Limitar longitud, estilo, librerías</a:t>
            </a:r>
          </a:p>
          <a:p>
            <a:pPr algn="l" lvl="0" indent="-205740" marL="257175">
              <a:lnSpc>
                <a:spcPct val="160000"/>
              </a:lnSpc>
              <a:buChar char="•"/>
            </a:pPr>
            <a:r>
              <a:rPr b="1" sz="1350" noProof="1">
                <a:solidFill>
                  <a:srgbClr val="1F2937"/>
                </a:solidFill>
                <a:latin typeface="MiSans"/>
                <a:ea typeface="MiSans"/>
              </a:rPr>
              <a:t>Output format:</a:t>
            </a: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 Especificar formato de respuesta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itle|s=$title"/>
          <p:cNvSpPr txBox="1"/>
          <p:nvPr/>
        </p:nvSpPr>
        <p:spPr>
          <a:xfrm>
            <a:off x="762000" y="476250"/>
            <a:ext cx="10668000" cy="5715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b="1" sz="2700" noProof="1">
                <a:solidFill>
                  <a:srgbClr val="1E293B"/>
                </a:solidFill>
                <a:latin typeface="MiSans"/>
                <a:ea typeface="MiSans"/>
              </a:rPr>
              <a:t>Ejemplos Prácticos</a:t>
            </a:r>
          </a:p>
        </p:txBody>
      </p:sp>
      <p:sp>
        <p:nvSpPr>
          <p:cNvPr id="3" name="dsl:code|s=$code"/>
          <p:cNvSpPr txBox="1"/>
          <p:nvPr/>
        </p:nvSpPr>
        <p:spPr>
          <a:xfrm>
            <a:off x="762000" y="1333500"/>
            <a:ext cx="10477500" cy="2476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200" noProof="1">
                <a:solidFill>
                  <a:srgbClr val="374151"/>
                </a:solidFill>
                <a:latin typeface="MiSans"/>
                <a:ea typeface="MiSans"/>
              </a:rPr>
              <a:t># Code reviewer</a:t>
            </a:r>
          </a:p>
          <a:p>
            <a:pPr algn="l">
              <a:lnSpc>
                <a:spcPct val="140000"/>
              </a:lnSpc>
            </a:pPr>
            <a:r>
              <a:rPr sz="1200" noProof="1">
                <a:solidFill>
                  <a:srgbClr val="374151"/>
                </a:solidFill>
                <a:latin typeface="MiSans"/>
                <a:ea typeface="MiSans"/>
              </a:rPr>
              <a:t>"You are a strict code reviewer. Flag any</a:t>
            </a:r>
          </a:p>
          <a:p>
            <a:pPr algn="l">
              <a:lnSpc>
                <a:spcPct val="140000"/>
              </a:lnSpc>
            </a:pPr>
            <a:r>
              <a:rPr sz="1200" noProof="1">
                <a:solidFill>
                  <a:srgbClr val="374151"/>
                </a:solidFill>
                <a:latin typeface="MiSans"/>
                <a:ea typeface="MiSans"/>
              </a:rPr>
              <a:t> security issues, performance bottlenecks,</a:t>
            </a:r>
          </a:p>
          <a:p>
            <a:pPr algn="l">
              <a:lnSpc>
                <a:spcPct val="140000"/>
              </a:lnSpc>
            </a:pPr>
            <a:r>
              <a:rPr sz="1200" noProof="1">
                <a:solidFill>
                  <a:srgbClr val="374151"/>
                </a:solidFill>
                <a:latin typeface="MiSans"/>
                <a:ea typeface="MiSans"/>
              </a:rPr>
              <a:t> and missing error handling."</a:t>
            </a:r>
          </a:p>
          <a:p>
            <a:pPr algn="l">
              <a:lnSpc>
                <a:spcPct val="140000"/>
              </a:lnSpc>
            </a:pPr>
          </a:p>
          <a:p>
            <a:pPr algn="l">
              <a:lnSpc>
                <a:spcPct val="140000"/>
              </a:lnSpc>
            </a:pPr>
            <a:r>
              <a:rPr sz="1200" noProof="1">
                <a:solidFill>
                  <a:srgbClr val="374151"/>
                </a:solidFill>
                <a:latin typeface="MiSans"/>
                <a:ea typeface="MiSans"/>
              </a:rPr>
              <a:t># API designer</a:t>
            </a:r>
          </a:p>
          <a:p>
            <a:pPr algn="l">
              <a:lnSpc>
                <a:spcPct val="140000"/>
              </a:lnSpc>
            </a:pPr>
            <a:r>
              <a:rPr sz="1200" noProof="1">
                <a:solidFill>
                  <a:srgbClr val="374151"/>
                </a:solidFill>
                <a:latin typeface="MiSans"/>
                <a:ea typeface="MiSans"/>
              </a:rPr>
              <a:t>"Design RESTful APIs following OpenAPI 3.0.</a:t>
            </a:r>
          </a:p>
          <a:p>
            <a:pPr algn="l">
              <a:lnSpc>
                <a:spcPct val="140000"/>
              </a:lnSpc>
            </a:pPr>
            <a:r>
              <a:rPr sz="1200" noProof="1">
                <a:solidFill>
                  <a:srgbClr val="374151"/>
                </a:solidFill>
                <a:latin typeface="MiSans"/>
                <a:ea typeface="MiSans"/>
              </a:rPr>
              <a:t> Always include pagination and rate limits."</a:t>
            </a:r>
          </a:p>
        </p:txBody>
      </p:sp>
      <p:sp>
        <p:nvSpPr>
          <p:cNvPr id="4" name="dsl:bullets|s=$bullet"/>
          <p:cNvSpPr txBox="1"/>
          <p:nvPr/>
        </p:nvSpPr>
        <p:spPr>
          <a:xfrm>
            <a:off x="762000" y="4000500"/>
            <a:ext cx="10477500" cy="1905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 lvl="0" indent="-205740" marL="257175">
              <a:lnSpc>
                <a:spcPct val="16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Guardar prompts reutilizables como skills</a:t>
            </a:r>
          </a:p>
          <a:p>
            <a:pPr algn="l" lvl="0" indent="-205740" marL="257175">
              <a:lnSpc>
                <a:spcPct val="16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Iterar y refinar según resultados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itle|s=$title"/>
          <p:cNvSpPr txBox="1"/>
          <p:nvPr/>
        </p:nvSpPr>
        <p:spPr>
          <a:xfrm>
            <a:off x="762000" y="476250"/>
            <a:ext cx="10668000" cy="5715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b="1" sz="2700" noProof="1">
                <a:solidFill>
                  <a:srgbClr val="1E293B"/>
                </a:solidFill>
                <a:latin typeface="MiSans"/>
                <a:ea typeface="MiSans"/>
              </a:rPr>
              <a:t>Resumen</a:t>
            </a:r>
          </a:p>
        </p:txBody>
      </p:sp>
      <p:sp>
        <p:nvSpPr>
          <p:cNvPr id="3" name="dsl:checks|s=$check"/>
          <p:cNvSpPr txBox="1"/>
          <p:nvPr/>
        </p:nvSpPr>
        <p:spPr>
          <a:xfrm>
            <a:off x="762000" y="1524000"/>
            <a:ext cx="10477500" cy="4000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1350" noProof="1">
                <a:solidFill>
                  <a:srgbClr val="10B981"/>
                </a:solidFill>
                <a:latin typeface="MiSans"/>
                <a:ea typeface="MiSans"/>
              </a:rPr>
              <a:t>✓</a:t>
            </a:r>
            <a:r>
              <a:rPr sz="1350" noProof="1">
                <a:solidFill>
                  <a:srgbClr val="10B981"/>
                </a:solidFill>
                <a:latin typeface="MiSans"/>
                <a:ea typeface="MiSans"/>
              </a:rPr>
              <a:t> System prompts definen comportamiento del agente</a:t>
            </a:r>
          </a:p>
          <a:p>
            <a:pPr algn="l">
              <a:lnSpc>
                <a:spcPct val="160000"/>
              </a:lnSpc>
            </a:pPr>
            <a:r>
              <a:rPr sz="1350" noProof="1">
                <a:solidFill>
                  <a:srgbClr val="10B981"/>
                </a:solidFill>
                <a:latin typeface="MiSans"/>
                <a:ea typeface="MiSans"/>
              </a:rPr>
              <a:t>✓</a:t>
            </a:r>
            <a:r>
              <a:rPr sz="1350" noProof="1">
                <a:solidFill>
                  <a:srgbClr val="10B981"/>
                </a:solidFill>
                <a:latin typeface="MiSans"/>
                <a:ea typeface="MiSans"/>
              </a:rPr>
              <a:t> Configurar en agent definition o AGENTS.md</a:t>
            </a:r>
          </a:p>
          <a:p>
            <a:pPr algn="l">
              <a:lnSpc>
                <a:spcPct val="160000"/>
              </a:lnSpc>
            </a:pPr>
            <a:r>
              <a:rPr sz="1350" noProof="1">
                <a:solidFill>
                  <a:srgbClr val="10B981"/>
                </a:solidFill>
                <a:latin typeface="MiSans"/>
                <a:ea typeface="MiSans"/>
              </a:rPr>
              <a:t>✓</a:t>
            </a:r>
            <a:r>
              <a:rPr sz="1350" noProof="1">
                <a:solidFill>
                  <a:srgbClr val="10B981"/>
                </a:solidFill>
                <a:latin typeface="MiSans"/>
                <a:ea typeface="MiSans"/>
              </a:rPr>
              <a:t> Técnicas: role, few-shot, chain-of-thought</a:t>
            </a:r>
          </a:p>
          <a:p>
            <a:pPr algn="l">
              <a:lnSpc>
                <a:spcPct val="160000"/>
              </a:lnSpc>
            </a:pPr>
            <a:r>
              <a:rPr sz="1350" noProof="1">
                <a:solidFill>
                  <a:srgbClr val="10B981"/>
                </a:solidFill>
                <a:latin typeface="MiSans"/>
                <a:ea typeface="MiSans"/>
              </a:rPr>
              <a:t>✓</a:t>
            </a:r>
            <a:r>
              <a:rPr sz="1350" noProof="1">
                <a:solidFill>
                  <a:srgbClr val="10B981"/>
                </a:solidFill>
                <a:latin typeface="MiSans"/>
                <a:ea typeface="MiSans"/>
              </a:rPr>
              <a:t> Iterar prompts según resultados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DslMetadata>
  <Colors>
    <Color name="primary" value="#2563EB"/>
    <Color name="secondary" value="#1E293B"/>
    <Color name="accent" value="#10B981"/>
    <Color name="background" value="#FFFFFF"/>
    <Color name="text" value="#1F2937"/>
    <Color name="lightGray" value="#F3F4F6"/>
    <Color name="border" value="#E5E7EB"/>
  </Colors>
  <TextStyles>
    <TextStyle name="title" font_size="36.0" color="$secondary" font_family="MiSans"/>
    <TextStyle name="subtitle" font_size="20.0" color="$text" font_family="MiSans"/>
    <TextStyle name="body" font_size="18.0" color="$text" font_family="MiSans" line_height="1.6"/>
    <TextStyle name="code" font_size="16.0" color="#374151" font_family="MiSans" line_height="1.4"/>
    <TextStyle name="bullet" font_size="18.0" color="$text" font_family="MiSans" line_height="1.6"/>
    <TextStyle name="check" font_size="18.0" color="$accent" font_family="MiSans" line_height="1.6"/>
  </TextStyles>
</DslMetadata>
</file>

<file path=customXml/itemProps1.xml><?xml version="1.0" encoding="utf-8"?>
<ns0:datastoreItem xmlns:ns0="http://schemas.openxmlformats.org/officeDocument/2006/customXml" ns0:itemID="{EA7928F9-7C14-46FE-81C8-80AF452BED78}">
  <ns0:schemaRefs/>
</ns0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