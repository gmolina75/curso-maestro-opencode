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Automatizacion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Scripts de automatizacion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Scrapers web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Monitoreo de servicios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Automatizacion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Tareas repetitivas automatizadas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Scripts programados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Ahorro de tiempo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Web scrapers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Generacion de reportes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Monitoreo de APIs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Notificaciones automaticas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web scraper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Extract product prices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Handle pagination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Store in CSV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Runs daily via cron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Automatizacion mas rapida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Scripts robustos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Manejo de errores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Documentacion completa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