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1: Introducción a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¿Qué es OpenCode?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Agente de IA de código abierto para coding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Disponible como: Terminal TUI, Desktop App, IDE Extension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Construido en Go - rápido y eficiente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160K+ GitHub Stars, 900+ contribuidores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7.5M desarrolladores activos mensuales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Arquitectura de OpenCode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Terminal User Interface (TUI) - interfaz interactiva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Desktop App - aplicación de escritorio (beta)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IDE Extension - VS Code, Cursor, Windsurf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CLI - modo headless para automatización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Server - modo servidor para integración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OpenCode vs Competidores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OpenCode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211E1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Sí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🆓 Gratis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💰 Pagado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💰 Pagado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Multi-provider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75+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Solo Anthropic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Limitado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Self-hosted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No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Local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⚠️ Servidor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⚠️ Servidor</a:t>
                      </a:r>
                    </a:p>
                  </a:txBody>
                  <a:tcPr>
                    <a:solidFill>
                      <a:srgbClr val="F1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Ventajas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Libre y open source - sin vendor lock-in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Multi-provider: Claude, GPT, Gemini, modelos locales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Privacy-first: código nunca sale de tu máquina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Altamente customizable: agents, skills, plugins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LSP integrado: inteligencia de código nativa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Multi-sesión: trabajar en paralelo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Demo: Explorando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1. Visitar opencode.ai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2. Explorar la documentación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3. Ver el repositorio en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FCECD"/>
                </a:solidFill>
              </a:defRPr>
            </a:pPr>
            <a:r>
              <a:t>4. Unir al Discord community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OpenCode es el agente de IA open source más popular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Multi-plataforma: terminal, desktop,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Privacy-first con opciones de modelos locales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Comunidad activa y en crecimiento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