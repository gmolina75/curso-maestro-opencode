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OpenCode +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GitLab CI/CD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Auto DevOps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Integracion completa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Que es GitLab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Plataforma DevOps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Repositorio + CI/CD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Gestion de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Pipelines completos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Auto DevOps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Integracion con GitLab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Container registry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@opencode Create .gitlab-ci.yml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Build stage (Docker)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Test stage (parallel)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Security scanning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Deploy to staging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257B8"/>
                </a:solidFill>
                <a:latin typeface="Roboto Slab"/>
              </a:defRPr>
            </a:pPr>
            <a:r>
              <a:t>Beneficios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Pipelines mas rapidos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Menos configuracion manual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Mejores practicas CI/CD</a:t>
            </a:r>
          </a:p>
          <a:p>
            <a:pPr>
              <a:spcAft>
                <a:spcPts val="1000"/>
              </a:spcAft>
              <a:defRPr sz="1600">
                <a:solidFill>
                  <a:srgbClr val="15213F"/>
                </a:solidFill>
                <a:latin typeface="Roboto"/>
              </a:defRPr>
            </a:pPr>
            <a:r>
              <a:t>Integracion completa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