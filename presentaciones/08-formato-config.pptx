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8: Formato de Configuración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8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JSON vs JSONC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JSON: Formato estándar, sin comentarios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JSONC: JSON con comentarios (recomendado)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Ambos son soportados por 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Extensión: opencode.json o opencode.jsonc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Estructura Básica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"$schema": "https://opencode.ai/config.json",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"model": "anthropic/claude-sonnet-4-5",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"small_model": "anthropic/claude-haiku-4-5",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"autoupdate": true,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"server":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"port": 4096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"permission":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"bash": "ask",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"edit": "allow"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Secciones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 y small_model: Selección de modelos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provider: Configuración de proveedores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permission: Control de permisos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tools: Habilitar/deshabilitar herramientas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mcp: Configuración de MCP servers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agent: Configuración de agentes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server: Configuración del servidor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Autocompletado en VS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// Agregar al settings.json de VS Code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"json.schemas": [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"fileMatch": ["opencode.json"],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"url": "https://opencode.ai/config.json"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]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JSONC recomendado por soporte de comentarios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Schema para validación y autocompletado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Secciones organizadas por funcionalidad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