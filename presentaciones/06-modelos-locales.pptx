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6: Modelos Locales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6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¿Por qué Modelos Locales?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Privacidad total - código nunca sale de tu máquina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Sin costos de inferencia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Funciona sin internet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Control total sobre el modelo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Configurar Ollama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Instalar Ollama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https://ollama.com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Configurar en opencode.json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"ollama":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"npm": "@ai-sdk/openai-compatible",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"name": "Ollama (local)",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"baseURL": "http://localhost:11434/v1"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"models":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"llama2": { "name": "Llama 2"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Configurar LM Studio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LM Studio ejecuta en puerto 1234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"provider":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"lmstudio":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"npm": "@ai-sdk/openai-compatible",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"name": "LM Studio (local)",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"options":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"baseURL": "http://127.0.0.1:1234/v1"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"models":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"google/gemma-3n-e4b":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  "name": "Gemma 3n-e4b (local)"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Tips para Tool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Aumentar num_ctx en Ollama (16k-32k)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Usar modelos con soporte de tool calling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Qwen-Coder y DeepSeek-Coder son buenos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Verificar que el servidor esté corriendo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Ollama es la opción más popular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LM Studio para GUI amigable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llama.cpp para máximo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Aumentar contexto para mejor tool calling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